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86" r:id="rId2"/>
    <p:sldId id="311" r:id="rId3"/>
    <p:sldId id="450" r:id="rId4"/>
    <p:sldId id="323" r:id="rId5"/>
    <p:sldId id="464" r:id="rId6"/>
    <p:sldId id="466" r:id="rId7"/>
    <p:sldId id="470" r:id="rId8"/>
    <p:sldId id="482" r:id="rId9"/>
    <p:sldId id="468" r:id="rId10"/>
    <p:sldId id="469" r:id="rId11"/>
    <p:sldId id="463" r:id="rId12"/>
    <p:sldId id="483" r:id="rId13"/>
    <p:sldId id="471" r:id="rId14"/>
    <p:sldId id="479" r:id="rId15"/>
    <p:sldId id="472" r:id="rId16"/>
    <p:sldId id="473" r:id="rId17"/>
    <p:sldId id="297" r:id="rId18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BFB2C2-463B-4D39-9617-1E9D3D066AF9}" v="444" dt="2026-04-02T00:52:59.8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iểu Trung bình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Kiểu Trung bình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Kiểu Trung bình 1 - Màu chủ đề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Kiểu Trung bình 1 - Màu chủ đề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Kiểu Trung bình 1 - Màu chủ đề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Kiểu Sáng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8283" autoAdjust="0"/>
  </p:normalViewPr>
  <p:slideViewPr>
    <p:cSldViewPr snapToGrid="0" showGuides="1">
      <p:cViewPr varScale="1">
        <p:scale>
          <a:sx n="56" d="100"/>
          <a:sy n="56" d="100"/>
        </p:scale>
        <p:origin x="1714" y="48"/>
      </p:cViewPr>
      <p:guideLst>
        <p:guide orient="horz" pos="2160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27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ê Ngọc Lành" userId="8e0c50ca425b090c" providerId="LiveId" clId="{3598AC43-F96F-4B7B-9753-863815C9274C}"/>
    <pc:docChg chg="undo custSel addSld delSld modSld sldOrd">
      <pc:chgData name="Lê Ngọc Lành" userId="8e0c50ca425b090c" providerId="LiveId" clId="{3598AC43-F96F-4B7B-9753-863815C9274C}" dt="2026-04-02T01:09:12.976" v="3082" actId="20577"/>
      <pc:docMkLst>
        <pc:docMk/>
      </pc:docMkLst>
      <pc:sldChg chg="modSp mod">
        <pc:chgData name="Lê Ngọc Lành" userId="8e0c50ca425b090c" providerId="LiveId" clId="{3598AC43-F96F-4B7B-9753-863815C9274C}" dt="2026-04-01T01:10:47.461" v="535" actId="113"/>
        <pc:sldMkLst>
          <pc:docMk/>
          <pc:sldMk cId="0" sldId="286"/>
        </pc:sldMkLst>
        <pc:spChg chg="mod">
          <ac:chgData name="Lê Ngọc Lành" userId="8e0c50ca425b090c" providerId="LiveId" clId="{3598AC43-F96F-4B7B-9753-863815C9274C}" dt="2026-03-31T07:47:04.704" v="1" actId="255"/>
          <ac:spMkLst>
            <pc:docMk/>
            <pc:sldMk cId="0" sldId="286"/>
            <ac:spMk id="2" creationId="{00000000-0000-0000-0000-000000000000}"/>
          </ac:spMkLst>
        </pc:spChg>
        <pc:spChg chg="mod">
          <ac:chgData name="Lê Ngọc Lành" userId="8e0c50ca425b090c" providerId="LiveId" clId="{3598AC43-F96F-4B7B-9753-863815C9274C}" dt="2026-04-01T01:10:47.461" v="535" actId="113"/>
          <ac:spMkLst>
            <pc:docMk/>
            <pc:sldMk cId="0" sldId="286"/>
            <ac:spMk id="3" creationId="{00000000-0000-0000-0000-000000000000}"/>
          </ac:spMkLst>
        </pc:spChg>
      </pc:sldChg>
      <pc:sldChg chg="modSp modAnim">
        <pc:chgData name="Lê Ngọc Lành" userId="8e0c50ca425b090c" providerId="LiveId" clId="{3598AC43-F96F-4B7B-9753-863815C9274C}" dt="2026-03-31T07:48:04.023" v="70"/>
        <pc:sldMkLst>
          <pc:docMk/>
          <pc:sldMk cId="0" sldId="311"/>
        </pc:sldMkLst>
        <pc:spChg chg="mod">
          <ac:chgData name="Lê Ngọc Lành" userId="8e0c50ca425b090c" providerId="LiveId" clId="{3598AC43-F96F-4B7B-9753-863815C9274C}" dt="2026-03-31T07:47:54.875" v="69" actId="11"/>
          <ac:spMkLst>
            <pc:docMk/>
            <pc:sldMk cId="0" sldId="311"/>
            <ac:spMk id="8195" creationId="{00000000-0000-0000-0000-000000000000}"/>
          </ac:spMkLst>
        </pc:spChg>
      </pc:sldChg>
      <pc:sldChg chg="modSp mod modAnim">
        <pc:chgData name="Lê Ngọc Lành" userId="8e0c50ca425b090c" providerId="LiveId" clId="{3598AC43-F96F-4B7B-9753-863815C9274C}" dt="2026-04-02T00:20:44.568" v="2682" actId="20577"/>
        <pc:sldMkLst>
          <pc:docMk/>
          <pc:sldMk cId="2182412080" sldId="323"/>
        </pc:sldMkLst>
        <pc:spChg chg="mod">
          <ac:chgData name="Lê Ngọc Lành" userId="8e0c50ca425b090c" providerId="LiveId" clId="{3598AC43-F96F-4B7B-9753-863815C9274C}" dt="2026-04-01T01:26:07.892" v="537" actId="403"/>
          <ac:spMkLst>
            <pc:docMk/>
            <pc:sldMk cId="2182412080" sldId="323"/>
            <ac:spMk id="2" creationId="{7DF6CBD4-A523-9E6A-AAF1-6A4468296AB4}"/>
          </ac:spMkLst>
        </pc:spChg>
        <pc:spChg chg="mod">
          <ac:chgData name="Lê Ngọc Lành" userId="8e0c50ca425b090c" providerId="LiveId" clId="{3598AC43-F96F-4B7B-9753-863815C9274C}" dt="2026-04-02T00:20:44.568" v="2682" actId="20577"/>
          <ac:spMkLst>
            <pc:docMk/>
            <pc:sldMk cId="2182412080" sldId="323"/>
            <ac:spMk id="8195" creationId="{D5F858B9-983B-952F-0296-8F0CC1B3B5C1}"/>
          </ac:spMkLst>
        </pc:spChg>
      </pc:sldChg>
      <pc:sldChg chg="modSp add del mod">
        <pc:chgData name="Lê Ngọc Lành" userId="8e0c50ca425b090c" providerId="LiveId" clId="{3598AC43-F96F-4B7B-9753-863815C9274C}" dt="2026-04-01T15:26:19.838" v="1388" actId="47"/>
        <pc:sldMkLst>
          <pc:docMk/>
          <pc:sldMk cId="993722214" sldId="325"/>
        </pc:sldMkLst>
      </pc:sldChg>
      <pc:sldChg chg="addSp delSp modSp add mod">
        <pc:chgData name="Lê Ngọc Lành" userId="8e0c50ca425b090c" providerId="LiveId" clId="{3598AC43-F96F-4B7B-9753-863815C9274C}" dt="2026-04-02T00:24:22.927" v="2713" actId="6549"/>
        <pc:sldMkLst>
          <pc:docMk/>
          <pc:sldMk cId="810675723" sldId="326"/>
        </pc:sldMkLst>
        <pc:spChg chg="mod">
          <ac:chgData name="Lê Ngọc Lành" userId="8e0c50ca425b090c" providerId="LiveId" clId="{3598AC43-F96F-4B7B-9753-863815C9274C}" dt="2026-03-31T09:08:44.898" v="135"/>
          <ac:spMkLst>
            <pc:docMk/>
            <pc:sldMk cId="810675723" sldId="326"/>
            <ac:spMk id="2" creationId="{76E8327F-0F75-EC8C-3A4D-C6437B00A304}"/>
          </ac:spMkLst>
        </pc:spChg>
        <pc:spChg chg="add del">
          <ac:chgData name="Lê Ngọc Lành" userId="8e0c50ca425b090c" providerId="LiveId" clId="{3598AC43-F96F-4B7B-9753-863815C9274C}" dt="2026-04-02T00:04:29.947" v="2593" actId="22"/>
          <ac:spMkLst>
            <pc:docMk/>
            <pc:sldMk cId="810675723" sldId="326"/>
            <ac:spMk id="5" creationId="{4BA8C018-3F8F-D6D5-5B8A-810C1FFF978C}"/>
          </ac:spMkLst>
        </pc:spChg>
        <pc:spChg chg="add mod">
          <ac:chgData name="Lê Ngọc Lành" userId="8e0c50ca425b090c" providerId="LiveId" clId="{3598AC43-F96F-4B7B-9753-863815C9274C}" dt="2026-04-02T00:24:22.927" v="2713" actId="6549"/>
          <ac:spMkLst>
            <pc:docMk/>
            <pc:sldMk cId="810675723" sldId="326"/>
            <ac:spMk id="6" creationId="{222527E7-D920-1779-96D7-DA2CB8B50086}"/>
          </ac:spMkLst>
        </pc:spChg>
        <pc:spChg chg="add mod">
          <ac:chgData name="Lê Ngọc Lành" userId="8e0c50ca425b090c" providerId="LiveId" clId="{3598AC43-F96F-4B7B-9753-863815C9274C}" dt="2026-04-02T00:24:01.744" v="2712" actId="1076"/>
          <ac:spMkLst>
            <pc:docMk/>
            <pc:sldMk cId="810675723" sldId="326"/>
            <ac:spMk id="7" creationId="{36ECEDDB-9FC8-4A36-E88C-C8215056123A}"/>
          </ac:spMkLst>
        </pc:spChg>
        <pc:spChg chg="mod">
          <ac:chgData name="Lê Ngọc Lành" userId="8e0c50ca425b090c" providerId="LiveId" clId="{3598AC43-F96F-4B7B-9753-863815C9274C}" dt="2026-04-02T00:21:44.064" v="2690" actId="404"/>
          <ac:spMkLst>
            <pc:docMk/>
            <pc:sldMk cId="810675723" sldId="326"/>
            <ac:spMk id="8195" creationId="{2416CE11-0063-0E8D-3F74-4C41664B5998}"/>
          </ac:spMkLst>
        </pc:spChg>
        <pc:picChg chg="add mod">
          <ac:chgData name="Lê Ngọc Lành" userId="8e0c50ca425b090c" providerId="LiveId" clId="{3598AC43-F96F-4B7B-9753-863815C9274C}" dt="2026-04-02T00:23:16.511" v="2706" actId="1076"/>
          <ac:picMkLst>
            <pc:docMk/>
            <pc:sldMk cId="810675723" sldId="326"/>
            <ac:picMk id="4" creationId="{9E03E639-F2BC-7739-32B2-722E2D1B4FAE}"/>
          </ac:picMkLst>
        </pc:picChg>
      </pc:sldChg>
      <pc:sldChg chg="addSp delSp modSp add mod">
        <pc:chgData name="Lê Ngọc Lành" userId="8e0c50ca425b090c" providerId="LiveId" clId="{3598AC43-F96F-4B7B-9753-863815C9274C}" dt="2026-04-02T00:26:38.636" v="2741" actId="1076"/>
        <pc:sldMkLst>
          <pc:docMk/>
          <pc:sldMk cId="3441830157" sldId="327"/>
        </pc:sldMkLst>
        <pc:spChg chg="mod">
          <ac:chgData name="Lê Ngọc Lành" userId="8e0c50ca425b090c" providerId="LiveId" clId="{3598AC43-F96F-4B7B-9753-863815C9274C}" dt="2026-04-01T03:50:11.201" v="896" actId="2711"/>
          <ac:spMkLst>
            <pc:docMk/>
            <pc:sldMk cId="3441830157" sldId="327"/>
            <ac:spMk id="2" creationId="{19A8ECCF-EEB5-5F57-9F40-F31E5CACD989}"/>
          </ac:spMkLst>
        </pc:spChg>
        <pc:spChg chg="add mod">
          <ac:chgData name="Lê Ngọc Lành" userId="8e0c50ca425b090c" providerId="LiveId" clId="{3598AC43-F96F-4B7B-9753-863815C9274C}" dt="2026-04-02T00:25:58.262" v="2737" actId="1076"/>
          <ac:spMkLst>
            <pc:docMk/>
            <pc:sldMk cId="3441830157" sldId="327"/>
            <ac:spMk id="3" creationId="{72001508-C6DE-1AA0-1FF7-B6C27B5C61B0}"/>
          </ac:spMkLst>
        </pc:spChg>
        <pc:spChg chg="add mod">
          <ac:chgData name="Lê Ngọc Lành" userId="8e0c50ca425b090c" providerId="LiveId" clId="{3598AC43-F96F-4B7B-9753-863815C9274C}" dt="2026-04-02T00:26:38.636" v="2741" actId="1076"/>
          <ac:spMkLst>
            <pc:docMk/>
            <pc:sldMk cId="3441830157" sldId="327"/>
            <ac:spMk id="4" creationId="{04A4EAFF-D10D-77E6-BECD-2A482876BE63}"/>
          </ac:spMkLst>
        </pc:spChg>
        <pc:spChg chg="mod">
          <ac:chgData name="Lê Ngọc Lành" userId="8e0c50ca425b090c" providerId="LiveId" clId="{3598AC43-F96F-4B7B-9753-863815C9274C}" dt="2026-04-02T00:25:01.659" v="2723" actId="403"/>
          <ac:spMkLst>
            <pc:docMk/>
            <pc:sldMk cId="3441830157" sldId="327"/>
            <ac:spMk id="8195" creationId="{7C2FEABE-CC9D-A03A-6442-90E314FCA5ED}"/>
          </ac:spMkLst>
        </pc:spChg>
        <pc:picChg chg="add mod">
          <ac:chgData name="Lê Ngọc Lành" userId="8e0c50ca425b090c" providerId="LiveId" clId="{3598AC43-F96F-4B7B-9753-863815C9274C}" dt="2026-04-02T00:25:57.691" v="2736" actId="1076"/>
          <ac:picMkLst>
            <pc:docMk/>
            <pc:sldMk cId="3441830157" sldId="327"/>
            <ac:picMk id="6" creationId="{6FF59941-2B38-51EC-C29E-7E21EB157B4A}"/>
          </ac:picMkLst>
        </pc:picChg>
      </pc:sldChg>
      <pc:sldChg chg="addSp modSp add del mod ord">
        <pc:chgData name="Lê Ngọc Lành" userId="8e0c50ca425b090c" providerId="LiveId" clId="{3598AC43-F96F-4B7B-9753-863815C9274C}" dt="2026-04-01T05:46:09.130" v="1047" actId="47"/>
        <pc:sldMkLst>
          <pc:docMk/>
          <pc:sldMk cId="3723823929" sldId="328"/>
        </pc:sldMkLst>
        <pc:spChg chg="mod">
          <ac:chgData name="Lê Ngọc Lành" userId="8e0c50ca425b090c" providerId="LiveId" clId="{3598AC43-F96F-4B7B-9753-863815C9274C}" dt="2026-04-01T05:30:46.420" v="1044" actId="27636"/>
          <ac:spMkLst>
            <pc:docMk/>
            <pc:sldMk cId="3723823929" sldId="328"/>
            <ac:spMk id="2" creationId="{A1F92AFC-A4D7-A9C9-D593-9C8019159AAD}"/>
          </ac:spMkLst>
        </pc:spChg>
        <pc:spChg chg="mod">
          <ac:chgData name="Lê Ngọc Lành" userId="8e0c50ca425b090c" providerId="LiveId" clId="{3598AC43-F96F-4B7B-9753-863815C9274C}" dt="2026-04-01T05:26:02.908" v="1041" actId="27636"/>
          <ac:spMkLst>
            <pc:docMk/>
            <pc:sldMk cId="3723823929" sldId="328"/>
            <ac:spMk id="8195" creationId="{345035E5-C3F3-4A5F-6898-1A04DC4F4DB7}"/>
          </ac:spMkLst>
        </pc:spChg>
        <pc:picChg chg="add mod">
          <ac:chgData name="Lê Ngọc Lành" userId="8e0c50ca425b090c" providerId="LiveId" clId="{3598AC43-F96F-4B7B-9753-863815C9274C}" dt="2026-04-01T05:25:22.048" v="1033" actId="1076"/>
          <ac:picMkLst>
            <pc:docMk/>
            <pc:sldMk cId="3723823929" sldId="328"/>
            <ac:picMk id="4" creationId="{522D3D04-CEE0-C2E0-2357-78224F459964}"/>
          </ac:picMkLst>
        </pc:picChg>
        <pc:picChg chg="add mod">
          <ac:chgData name="Lê Ngọc Lành" userId="8e0c50ca425b090c" providerId="LiveId" clId="{3598AC43-F96F-4B7B-9753-863815C9274C}" dt="2026-04-01T05:25:25.225" v="1034" actId="1076"/>
          <ac:picMkLst>
            <pc:docMk/>
            <pc:sldMk cId="3723823929" sldId="328"/>
            <ac:picMk id="6" creationId="{BCF88252-BE87-D4D6-FCFD-55ED4BFBC54F}"/>
          </ac:picMkLst>
        </pc:picChg>
      </pc:sldChg>
      <pc:sldChg chg="addSp modSp add mod ord">
        <pc:chgData name="Lê Ngọc Lành" userId="8e0c50ca425b090c" providerId="LiveId" clId="{3598AC43-F96F-4B7B-9753-863815C9274C}" dt="2026-04-02T00:29:06.774" v="2760" actId="1076"/>
        <pc:sldMkLst>
          <pc:docMk/>
          <pc:sldMk cId="1487256777" sldId="329"/>
        </pc:sldMkLst>
        <pc:spChg chg="mod">
          <ac:chgData name="Lê Ngọc Lành" userId="8e0c50ca425b090c" providerId="LiveId" clId="{3598AC43-F96F-4B7B-9753-863815C9274C}" dt="2026-04-02T00:26:54.706" v="2742" actId="2711"/>
          <ac:spMkLst>
            <pc:docMk/>
            <pc:sldMk cId="1487256777" sldId="329"/>
            <ac:spMk id="2" creationId="{6B6457A0-A5D2-2135-C7CA-BE71E54D625F}"/>
          </ac:spMkLst>
        </pc:spChg>
        <pc:spChg chg="add mod">
          <ac:chgData name="Lê Ngọc Lành" userId="8e0c50ca425b090c" providerId="LiveId" clId="{3598AC43-F96F-4B7B-9753-863815C9274C}" dt="2026-04-02T00:27:14.049" v="2747" actId="20577"/>
          <ac:spMkLst>
            <pc:docMk/>
            <pc:sldMk cId="1487256777" sldId="329"/>
            <ac:spMk id="3" creationId="{A6C129EA-9DDF-7CBC-D14E-814EFFD5AF2B}"/>
          </ac:spMkLst>
        </pc:spChg>
        <pc:spChg chg="add mod">
          <ac:chgData name="Lê Ngọc Lành" userId="8e0c50ca425b090c" providerId="LiveId" clId="{3598AC43-F96F-4B7B-9753-863815C9274C}" dt="2026-04-02T00:29:06.774" v="2760" actId="1076"/>
          <ac:spMkLst>
            <pc:docMk/>
            <pc:sldMk cId="1487256777" sldId="329"/>
            <ac:spMk id="5" creationId="{BDF2C69F-B58D-A448-663A-C7298AFBF4A9}"/>
          </ac:spMkLst>
        </pc:spChg>
        <pc:spChg chg="add">
          <ac:chgData name="Lê Ngọc Lành" userId="8e0c50ca425b090c" providerId="LiveId" clId="{3598AC43-F96F-4B7B-9753-863815C9274C}" dt="2026-04-02T00:28:31.830" v="2753"/>
          <ac:spMkLst>
            <pc:docMk/>
            <pc:sldMk cId="1487256777" sldId="329"/>
            <ac:spMk id="6" creationId="{FB978235-2E67-BAC4-677B-125ABBB7F2C9}"/>
          </ac:spMkLst>
        </pc:spChg>
        <pc:spChg chg="mod">
          <ac:chgData name="Lê Ngọc Lành" userId="8e0c50ca425b090c" providerId="LiveId" clId="{3598AC43-F96F-4B7B-9753-863815C9274C}" dt="2026-04-02T00:27:34.666" v="2751" actId="14100"/>
          <ac:spMkLst>
            <pc:docMk/>
            <pc:sldMk cId="1487256777" sldId="329"/>
            <ac:spMk id="8195" creationId="{22C48A8A-E865-2A30-F508-CD1D02D1E837}"/>
          </ac:spMkLst>
        </pc:spChg>
        <pc:picChg chg="add mod">
          <ac:chgData name="Lê Ngọc Lành" userId="8e0c50ca425b090c" providerId="LiveId" clId="{3598AC43-F96F-4B7B-9753-863815C9274C}" dt="2026-04-02T00:12:17.608" v="2632" actId="1076"/>
          <ac:picMkLst>
            <pc:docMk/>
            <pc:sldMk cId="1487256777" sldId="329"/>
            <ac:picMk id="4" creationId="{C6FD49EC-9D1C-BA20-0709-B516157E3046}"/>
          </ac:picMkLst>
        </pc:picChg>
      </pc:sldChg>
      <pc:sldChg chg="addSp modSp add mod ord">
        <pc:chgData name="Lê Ngọc Lành" userId="8e0c50ca425b090c" providerId="LiveId" clId="{3598AC43-F96F-4B7B-9753-863815C9274C}" dt="2026-04-02T00:31:23.163" v="2773" actId="14100"/>
        <pc:sldMkLst>
          <pc:docMk/>
          <pc:sldMk cId="2677918214" sldId="330"/>
        </pc:sldMkLst>
        <pc:spChg chg="mod">
          <ac:chgData name="Lê Ngọc Lành" userId="8e0c50ca425b090c" providerId="LiveId" clId="{3598AC43-F96F-4B7B-9753-863815C9274C}" dt="2026-04-01T06:13:37.275" v="1136" actId="2711"/>
          <ac:spMkLst>
            <pc:docMk/>
            <pc:sldMk cId="2677918214" sldId="330"/>
            <ac:spMk id="2" creationId="{D96F0DCA-3549-F734-6DC2-778B869770CB}"/>
          </ac:spMkLst>
        </pc:spChg>
        <pc:spChg chg="add mod">
          <ac:chgData name="Lê Ngọc Lành" userId="8e0c50ca425b090c" providerId="LiveId" clId="{3598AC43-F96F-4B7B-9753-863815C9274C}" dt="2026-04-02T00:31:23.163" v="2773" actId="14100"/>
          <ac:spMkLst>
            <pc:docMk/>
            <pc:sldMk cId="2677918214" sldId="330"/>
            <ac:spMk id="3" creationId="{741748D7-84A7-C7EF-89AC-CA34BAC1CAE2}"/>
          </ac:spMkLst>
        </pc:spChg>
        <pc:spChg chg="add">
          <ac:chgData name="Lê Ngọc Lành" userId="8e0c50ca425b090c" providerId="LiveId" clId="{3598AC43-F96F-4B7B-9753-863815C9274C}" dt="2026-04-02T00:30:48.747" v="2767"/>
          <ac:spMkLst>
            <pc:docMk/>
            <pc:sldMk cId="2677918214" sldId="330"/>
            <ac:spMk id="4" creationId="{1FB2F897-E4A5-0E39-EBAD-65B13D4F4727}"/>
          </ac:spMkLst>
        </pc:spChg>
        <pc:spChg chg="mod">
          <ac:chgData name="Lê Ngọc Lành" userId="8e0c50ca425b090c" providerId="LiveId" clId="{3598AC43-F96F-4B7B-9753-863815C9274C}" dt="2026-04-02T00:29:58.864" v="2764" actId="14100"/>
          <ac:spMkLst>
            <pc:docMk/>
            <pc:sldMk cId="2677918214" sldId="330"/>
            <ac:spMk id="8195" creationId="{8286C310-B7B6-DAB5-C048-AB31F127D85A}"/>
          </ac:spMkLst>
        </pc:spChg>
      </pc:sldChg>
      <pc:sldChg chg="modSp add mod">
        <pc:chgData name="Lê Ngọc Lành" userId="8e0c50ca425b090c" providerId="LiveId" clId="{3598AC43-F96F-4B7B-9753-863815C9274C}" dt="2026-04-01T06:35:22.410" v="1263" actId="2711"/>
        <pc:sldMkLst>
          <pc:docMk/>
          <pc:sldMk cId="173482862" sldId="331"/>
        </pc:sldMkLst>
        <pc:spChg chg="mod">
          <ac:chgData name="Lê Ngọc Lành" userId="8e0c50ca425b090c" providerId="LiveId" clId="{3598AC43-F96F-4B7B-9753-863815C9274C}" dt="2026-04-01T06:35:17.635" v="1262" actId="2711"/>
          <ac:spMkLst>
            <pc:docMk/>
            <pc:sldMk cId="173482862" sldId="331"/>
            <ac:spMk id="2" creationId="{3B67A104-CE8E-2D92-34AD-863E9AD222F3}"/>
          </ac:spMkLst>
        </pc:spChg>
        <pc:spChg chg="mod">
          <ac:chgData name="Lê Ngọc Lành" userId="8e0c50ca425b090c" providerId="LiveId" clId="{3598AC43-F96F-4B7B-9753-863815C9274C}" dt="2026-04-01T06:35:22.410" v="1263" actId="2711"/>
          <ac:spMkLst>
            <pc:docMk/>
            <pc:sldMk cId="173482862" sldId="331"/>
            <ac:spMk id="8195" creationId="{58F3B3AF-D428-2A42-F71D-60BF71B25F50}"/>
          </ac:spMkLst>
        </pc:spChg>
      </pc:sldChg>
      <pc:sldChg chg="modSp add mod">
        <pc:chgData name="Lê Ngọc Lành" userId="8e0c50ca425b090c" providerId="LiveId" clId="{3598AC43-F96F-4B7B-9753-863815C9274C}" dt="2026-04-01T06:35:10.109" v="1261" actId="2711"/>
        <pc:sldMkLst>
          <pc:docMk/>
          <pc:sldMk cId="1854910157" sldId="332"/>
        </pc:sldMkLst>
        <pc:spChg chg="mod">
          <ac:chgData name="Lê Ngọc Lành" userId="8e0c50ca425b090c" providerId="LiveId" clId="{3598AC43-F96F-4B7B-9753-863815C9274C}" dt="2026-04-01T06:35:05.733" v="1260" actId="2711"/>
          <ac:spMkLst>
            <pc:docMk/>
            <pc:sldMk cId="1854910157" sldId="332"/>
            <ac:spMk id="2" creationId="{CD99BA56-35B5-655A-CB6D-D8BA85B8A65D}"/>
          </ac:spMkLst>
        </pc:spChg>
        <pc:spChg chg="mod">
          <ac:chgData name="Lê Ngọc Lành" userId="8e0c50ca425b090c" providerId="LiveId" clId="{3598AC43-F96F-4B7B-9753-863815C9274C}" dt="2026-04-01T06:35:10.109" v="1261" actId="2711"/>
          <ac:spMkLst>
            <pc:docMk/>
            <pc:sldMk cId="1854910157" sldId="332"/>
            <ac:spMk id="8195" creationId="{1028ADA0-C394-24A6-CBDD-3420A3B50F58}"/>
          </ac:spMkLst>
        </pc:spChg>
      </pc:sldChg>
      <pc:sldChg chg="modSp add del mod ord">
        <pc:chgData name="Lê Ngọc Lành" userId="8e0c50ca425b090c" providerId="LiveId" clId="{3598AC43-F96F-4B7B-9753-863815C9274C}" dt="2026-04-02T00:52:14.410" v="2997" actId="47"/>
        <pc:sldMkLst>
          <pc:docMk/>
          <pc:sldMk cId="1702011499" sldId="333"/>
        </pc:sldMkLst>
        <pc:spChg chg="mod">
          <ac:chgData name="Lê Ngọc Lành" userId="8e0c50ca425b090c" providerId="LiveId" clId="{3598AC43-F96F-4B7B-9753-863815C9274C}" dt="2026-04-01T17:14:52.956" v="1614" actId="21"/>
          <ac:spMkLst>
            <pc:docMk/>
            <pc:sldMk cId="1702011499" sldId="333"/>
            <ac:spMk id="8195" creationId="{8C9F7BA8-EF4D-A6DB-5D4F-AECCB4C103DC}"/>
          </ac:spMkLst>
        </pc:spChg>
      </pc:sldChg>
      <pc:sldChg chg="modSp add del mod">
        <pc:chgData name="Lê Ngọc Lành" userId="8e0c50ca425b090c" providerId="LiveId" clId="{3598AC43-F96F-4B7B-9753-863815C9274C}" dt="2026-04-01T09:19:12.975" v="1341" actId="47"/>
        <pc:sldMkLst>
          <pc:docMk/>
          <pc:sldMk cId="2630085716" sldId="334"/>
        </pc:sldMkLst>
      </pc:sldChg>
      <pc:sldChg chg="modSp add del mod">
        <pc:chgData name="Lê Ngọc Lành" userId="8e0c50ca425b090c" providerId="LiveId" clId="{3598AC43-F96F-4B7B-9753-863815C9274C}" dt="2026-04-01T09:27:14.369" v="1371" actId="47"/>
        <pc:sldMkLst>
          <pc:docMk/>
          <pc:sldMk cId="4291253755" sldId="335"/>
        </pc:sldMkLst>
      </pc:sldChg>
      <pc:sldChg chg="addSp delSp modSp add mod ord">
        <pc:chgData name="Lê Ngọc Lành" userId="8e0c50ca425b090c" providerId="LiveId" clId="{3598AC43-F96F-4B7B-9753-863815C9274C}" dt="2026-04-02T00:33:52.305" v="2790" actId="478"/>
        <pc:sldMkLst>
          <pc:docMk/>
          <pc:sldMk cId="3115683709" sldId="336"/>
        </pc:sldMkLst>
        <pc:spChg chg="mod">
          <ac:chgData name="Lê Ngọc Lành" userId="8e0c50ca425b090c" providerId="LiveId" clId="{3598AC43-F96F-4B7B-9753-863815C9274C}" dt="2026-04-02T00:32:45.382" v="2782" actId="27636"/>
          <ac:spMkLst>
            <pc:docMk/>
            <pc:sldMk cId="3115683709" sldId="336"/>
            <ac:spMk id="2" creationId="{092665CD-8A59-E068-4720-F0A51788CFB9}"/>
          </ac:spMkLst>
        </pc:spChg>
        <pc:spChg chg="add mod">
          <ac:chgData name="Lê Ngọc Lành" userId="8e0c50ca425b090c" providerId="LiveId" clId="{3598AC43-F96F-4B7B-9753-863815C9274C}" dt="2026-04-02T00:32:30.432" v="2780" actId="1076"/>
          <ac:spMkLst>
            <pc:docMk/>
            <pc:sldMk cId="3115683709" sldId="336"/>
            <ac:spMk id="3" creationId="{881A308A-172C-0EC9-762C-DF229F9B7127}"/>
          </ac:spMkLst>
        </pc:spChg>
        <pc:spChg chg="del mod">
          <ac:chgData name="Lê Ngọc Lành" userId="8e0c50ca425b090c" providerId="LiveId" clId="{3598AC43-F96F-4B7B-9753-863815C9274C}" dt="2026-04-02T00:33:52.305" v="2790" actId="478"/>
          <ac:spMkLst>
            <pc:docMk/>
            <pc:sldMk cId="3115683709" sldId="336"/>
            <ac:spMk id="8195" creationId="{CA7FEB09-B3B5-FA30-DDB5-0E8B9874EDBC}"/>
          </ac:spMkLst>
        </pc:spChg>
        <pc:graphicFrameChg chg="add mod">
          <ac:chgData name="Lê Ngọc Lành" userId="8e0c50ca425b090c" providerId="LiveId" clId="{3598AC43-F96F-4B7B-9753-863815C9274C}" dt="2026-04-01T16:08:12.279" v="1405"/>
          <ac:graphicFrameMkLst>
            <pc:docMk/>
            <pc:sldMk cId="3115683709" sldId="336"/>
            <ac:graphicFrameMk id="3" creationId="{3081C91A-F84B-764B-0567-D57F27998132}"/>
          </ac:graphicFrameMkLst>
        </pc:graphicFrameChg>
        <pc:graphicFrameChg chg="add del mod modGraphic">
          <ac:chgData name="Lê Ngọc Lành" userId="8e0c50ca425b090c" providerId="LiveId" clId="{3598AC43-F96F-4B7B-9753-863815C9274C}" dt="2026-04-01T09:26:00.589" v="1365" actId="478"/>
          <ac:graphicFrameMkLst>
            <pc:docMk/>
            <pc:sldMk cId="3115683709" sldId="336"/>
            <ac:graphicFrameMk id="3" creationId="{5A5A587D-EB57-1F50-7A47-2F232B262D04}"/>
          </ac:graphicFrameMkLst>
        </pc:graphicFrameChg>
        <pc:graphicFrameChg chg="add del mod modGraphic">
          <ac:chgData name="Lê Ngọc Lành" userId="8e0c50ca425b090c" providerId="LiveId" clId="{3598AC43-F96F-4B7B-9753-863815C9274C}" dt="2026-04-01T15:25:35.958" v="1384" actId="478"/>
          <ac:graphicFrameMkLst>
            <pc:docMk/>
            <pc:sldMk cId="3115683709" sldId="336"/>
            <ac:graphicFrameMk id="4" creationId="{74DD7C46-094E-8936-A2DF-B77D74BC0F9D}"/>
          </ac:graphicFrameMkLst>
        </pc:graphicFrameChg>
        <pc:graphicFrameChg chg="add mod modGraphic">
          <ac:chgData name="Lê Ngọc Lành" userId="8e0c50ca425b090c" providerId="LiveId" clId="{3598AC43-F96F-4B7B-9753-863815C9274C}" dt="2026-04-02T00:12:41.012" v="2636" actId="1076"/>
          <ac:graphicFrameMkLst>
            <pc:docMk/>
            <pc:sldMk cId="3115683709" sldId="336"/>
            <ac:graphicFrameMk id="5" creationId="{539A7611-5FD1-71FB-D952-8A9CFA78A886}"/>
          </ac:graphicFrameMkLst>
        </pc:graphicFrameChg>
      </pc:sldChg>
      <pc:sldChg chg="addSp delSp modSp add del mod">
        <pc:chgData name="Lê Ngọc Lành" userId="8e0c50ca425b090c" providerId="LiveId" clId="{3598AC43-F96F-4B7B-9753-863815C9274C}" dt="2026-04-01T15:26:16.802" v="1386" actId="47"/>
        <pc:sldMkLst>
          <pc:docMk/>
          <pc:sldMk cId="1999176405" sldId="337"/>
        </pc:sldMkLst>
        <pc:spChg chg="mod">
          <ac:chgData name="Lê Ngọc Lành" userId="8e0c50ca425b090c" providerId="LiveId" clId="{3598AC43-F96F-4B7B-9753-863815C9274C}" dt="2026-04-01T09:35:17.168" v="1376"/>
          <ac:spMkLst>
            <pc:docMk/>
            <pc:sldMk cId="1999176405" sldId="337"/>
            <ac:spMk id="8195" creationId="{9E8110D9-3739-E8A2-9175-C542DE1FF309}"/>
          </ac:spMkLst>
        </pc:spChg>
        <pc:graphicFrameChg chg="add mod modGraphic">
          <ac:chgData name="Lê Ngọc Lành" userId="8e0c50ca425b090c" providerId="LiveId" clId="{3598AC43-F96F-4B7B-9753-863815C9274C}" dt="2026-04-01T09:36:06.082" v="1383" actId="1076"/>
          <ac:graphicFrameMkLst>
            <pc:docMk/>
            <pc:sldMk cId="1999176405" sldId="337"/>
            <ac:graphicFrameMk id="5" creationId="{8785A133-29A5-3603-8313-028521ACBFC2}"/>
          </ac:graphicFrameMkLst>
        </pc:graphicFrameChg>
        <pc:picChg chg="add del">
          <ac:chgData name="Lê Ngọc Lành" userId="8e0c50ca425b090c" providerId="LiveId" clId="{3598AC43-F96F-4B7B-9753-863815C9274C}" dt="2026-04-01T09:35:30.435" v="1378" actId="22"/>
          <ac:picMkLst>
            <pc:docMk/>
            <pc:sldMk cId="1999176405" sldId="337"/>
            <ac:picMk id="4" creationId="{5285B645-DBF4-D807-DD43-BA1B30C9AA0C}"/>
          </ac:picMkLst>
        </pc:picChg>
      </pc:sldChg>
      <pc:sldChg chg="modSp add del mod">
        <pc:chgData name="Lê Ngọc Lành" userId="8e0c50ca425b090c" providerId="LiveId" clId="{3598AC43-F96F-4B7B-9753-863815C9274C}" dt="2026-04-01T15:26:18.366" v="1387" actId="47"/>
        <pc:sldMkLst>
          <pc:docMk/>
          <pc:sldMk cId="2747068399" sldId="338"/>
        </pc:sldMkLst>
      </pc:sldChg>
      <pc:sldChg chg="modSp add del mod">
        <pc:chgData name="Lê Ngọc Lành" userId="8e0c50ca425b090c" providerId="LiveId" clId="{3598AC43-F96F-4B7B-9753-863815C9274C}" dt="2026-04-01T15:26:21.318" v="1389" actId="47"/>
        <pc:sldMkLst>
          <pc:docMk/>
          <pc:sldMk cId="2863255512" sldId="339"/>
        </pc:sldMkLst>
      </pc:sldChg>
      <pc:sldChg chg="modSp add del">
        <pc:chgData name="Lê Ngọc Lành" userId="8e0c50ca425b090c" providerId="LiveId" clId="{3598AC43-F96F-4B7B-9753-863815C9274C}" dt="2026-04-02T00:53:10.034" v="3039" actId="47"/>
        <pc:sldMkLst>
          <pc:docMk/>
          <pc:sldMk cId="1791827393" sldId="340"/>
        </pc:sldMkLst>
      </pc:sldChg>
      <pc:sldChg chg="addSp delSp modSp add mod">
        <pc:chgData name="Lê Ngọc Lành" userId="8e0c50ca425b090c" providerId="LiveId" clId="{3598AC43-F96F-4B7B-9753-863815C9274C}" dt="2026-04-02T00:50:37.695" v="2986" actId="2711"/>
        <pc:sldMkLst>
          <pc:docMk/>
          <pc:sldMk cId="3065140746" sldId="341"/>
        </pc:sldMkLst>
        <pc:spChg chg="mod">
          <ac:chgData name="Lê Ngọc Lành" userId="8e0c50ca425b090c" providerId="LiveId" clId="{3598AC43-F96F-4B7B-9753-863815C9274C}" dt="2026-04-02T00:50:37.695" v="2986" actId="2711"/>
          <ac:spMkLst>
            <pc:docMk/>
            <pc:sldMk cId="3065140746" sldId="341"/>
            <ac:spMk id="2" creationId="{E2FC930C-E98D-0A8F-0800-1BD1B48C4FE6}"/>
          </ac:spMkLst>
        </pc:spChg>
        <pc:spChg chg="add del mod">
          <ac:chgData name="Lê Ngọc Lành" userId="8e0c50ca425b090c" providerId="LiveId" clId="{3598AC43-F96F-4B7B-9753-863815C9274C}" dt="2026-03-31T10:22:28.857" v="534"/>
          <ac:spMkLst>
            <pc:docMk/>
            <pc:sldMk cId="3065140746" sldId="341"/>
            <ac:spMk id="8195" creationId="{01303212-8482-704A-1772-AC0F83021D2D}"/>
          </ac:spMkLst>
        </pc:spChg>
      </pc:sldChg>
      <pc:sldChg chg="modSp add del mod">
        <pc:chgData name="Lê Ngọc Lành" userId="8e0c50ca425b090c" providerId="LiveId" clId="{3598AC43-F96F-4B7B-9753-863815C9274C}" dt="2026-04-01T22:50:33.895" v="1929" actId="47"/>
        <pc:sldMkLst>
          <pc:docMk/>
          <pc:sldMk cId="1749331491" sldId="342"/>
        </pc:sldMkLst>
      </pc:sldChg>
      <pc:sldChg chg="addSp delSp modSp add mod">
        <pc:chgData name="Lê Ngọc Lành" userId="8e0c50ca425b090c" providerId="LiveId" clId="{3598AC43-F96F-4B7B-9753-863815C9274C}" dt="2026-04-02T00:37:37.791" v="2843" actId="1076"/>
        <pc:sldMkLst>
          <pc:docMk/>
          <pc:sldMk cId="2143120179" sldId="343"/>
        </pc:sldMkLst>
        <pc:spChg chg="mod">
          <ac:chgData name="Lê Ngọc Lành" userId="8e0c50ca425b090c" providerId="LiveId" clId="{3598AC43-F96F-4B7B-9753-863815C9274C}" dt="2026-04-02T00:37:37.791" v="2843" actId="1076"/>
          <ac:spMkLst>
            <pc:docMk/>
            <pc:sldMk cId="2143120179" sldId="343"/>
            <ac:spMk id="2" creationId="{524AF370-DEFB-5F85-61B3-4197274F6D7C}"/>
          </ac:spMkLst>
        </pc:spChg>
        <pc:spChg chg="add del mod">
          <ac:chgData name="Lê Ngọc Lành" userId="8e0c50ca425b090c" providerId="LiveId" clId="{3598AC43-F96F-4B7B-9753-863815C9274C}" dt="2026-04-01T22:45:20.817" v="1914" actId="478"/>
          <ac:spMkLst>
            <pc:docMk/>
            <pc:sldMk cId="2143120179" sldId="343"/>
            <ac:spMk id="4" creationId="{8A99D39A-3BEF-D3B8-131D-879E7BF401B3}"/>
          </ac:spMkLst>
        </pc:spChg>
        <pc:spChg chg="add mod">
          <ac:chgData name="Lê Ngọc Lành" userId="8e0c50ca425b090c" providerId="LiveId" clId="{3598AC43-F96F-4B7B-9753-863815C9274C}" dt="2026-04-02T00:37:19.755" v="2840" actId="122"/>
          <ac:spMkLst>
            <pc:docMk/>
            <pc:sldMk cId="2143120179" sldId="343"/>
            <ac:spMk id="9" creationId="{FD6D3C1A-5FE1-C75D-3BEB-4C9E2A47AC2C}"/>
          </ac:spMkLst>
        </pc:spChg>
        <pc:spChg chg="add del mod">
          <ac:chgData name="Lê Ngọc Lành" userId="8e0c50ca425b090c" providerId="LiveId" clId="{3598AC43-F96F-4B7B-9753-863815C9274C}" dt="2026-04-02T00:03:05.956" v="2588" actId="1076"/>
          <ac:spMkLst>
            <pc:docMk/>
            <pc:sldMk cId="2143120179" sldId="343"/>
            <ac:spMk id="8195" creationId="{06B7B12F-0683-DCD9-663B-8156318B9094}"/>
          </ac:spMkLst>
        </pc:spChg>
        <pc:picChg chg="add del mod">
          <ac:chgData name="Lê Ngọc Lành" userId="8e0c50ca425b090c" providerId="LiveId" clId="{3598AC43-F96F-4B7B-9753-863815C9274C}" dt="2026-04-01T22:45:58.877" v="1918" actId="478"/>
          <ac:picMkLst>
            <pc:docMk/>
            <pc:sldMk cId="2143120179" sldId="343"/>
            <ac:picMk id="6" creationId="{F56FA449-32B3-C018-3FBB-B6CAE1EF6167}"/>
          </ac:picMkLst>
        </pc:picChg>
        <pc:picChg chg="add mod">
          <ac:chgData name="Lê Ngọc Lành" userId="8e0c50ca425b090c" providerId="LiveId" clId="{3598AC43-F96F-4B7B-9753-863815C9274C}" dt="2026-04-02T00:03:08.925" v="2589" actId="1076"/>
          <ac:picMkLst>
            <pc:docMk/>
            <pc:sldMk cId="2143120179" sldId="343"/>
            <ac:picMk id="8" creationId="{EE3F910F-153E-7115-8C47-5F72932A488A}"/>
          </ac:picMkLst>
        </pc:picChg>
      </pc:sldChg>
      <pc:sldChg chg="addSp modSp add del mod">
        <pc:chgData name="Lê Ngọc Lành" userId="8e0c50ca425b090c" providerId="LiveId" clId="{3598AC43-F96F-4B7B-9753-863815C9274C}" dt="2026-04-01T22:43:42.433" v="1849" actId="47"/>
        <pc:sldMkLst>
          <pc:docMk/>
          <pc:sldMk cId="2312486282" sldId="344"/>
        </pc:sldMkLst>
      </pc:sldChg>
      <pc:sldChg chg="modSp add del">
        <pc:chgData name="Lê Ngọc Lành" userId="8e0c50ca425b090c" providerId="LiveId" clId="{3598AC43-F96F-4B7B-9753-863815C9274C}" dt="2026-04-01T23:16:26.120" v="2141" actId="47"/>
        <pc:sldMkLst>
          <pc:docMk/>
          <pc:sldMk cId="86889666" sldId="345"/>
        </pc:sldMkLst>
      </pc:sldChg>
      <pc:sldChg chg="addSp delSp modSp add mod">
        <pc:chgData name="Lê Ngọc Lành" userId="8e0c50ca425b090c" providerId="LiveId" clId="{3598AC43-F96F-4B7B-9753-863815C9274C}" dt="2026-04-02T00:48:56.361" v="2973" actId="27636"/>
        <pc:sldMkLst>
          <pc:docMk/>
          <pc:sldMk cId="623457900" sldId="346"/>
        </pc:sldMkLst>
        <pc:spChg chg="mod">
          <ac:chgData name="Lê Ngọc Lành" userId="8e0c50ca425b090c" providerId="LiveId" clId="{3598AC43-F96F-4B7B-9753-863815C9274C}" dt="2026-04-02T00:48:56.361" v="2973" actId="27636"/>
          <ac:spMkLst>
            <pc:docMk/>
            <pc:sldMk cId="623457900" sldId="346"/>
            <ac:spMk id="2" creationId="{676FA6FB-6963-2E86-38F6-E00C1B539360}"/>
          </ac:spMkLst>
        </pc:spChg>
        <pc:spChg chg="add mod">
          <ac:chgData name="Lê Ngọc Lành" userId="8e0c50ca425b090c" providerId="LiveId" clId="{3598AC43-F96F-4B7B-9753-863815C9274C}" dt="2026-04-02T00:45:16.786" v="2918" actId="1076"/>
          <ac:spMkLst>
            <pc:docMk/>
            <pc:sldMk cId="623457900" sldId="346"/>
            <ac:spMk id="5" creationId="{DC41FB6B-E13D-AA30-218B-EC5894C6D23C}"/>
          </ac:spMkLst>
        </pc:spChg>
        <pc:spChg chg="del mod">
          <ac:chgData name="Lê Ngọc Lành" userId="8e0c50ca425b090c" providerId="LiveId" clId="{3598AC43-F96F-4B7B-9753-863815C9274C}" dt="2026-04-02T00:44:54.409" v="2913" actId="478"/>
          <ac:spMkLst>
            <pc:docMk/>
            <pc:sldMk cId="623457900" sldId="346"/>
            <ac:spMk id="8195" creationId="{353807C9-2BAF-CC78-54A2-4EB774D29CBA}"/>
          </ac:spMkLst>
        </pc:spChg>
        <pc:graphicFrameChg chg="add del">
          <ac:chgData name="Lê Ngọc Lành" userId="8e0c50ca425b090c" providerId="LiveId" clId="{3598AC43-F96F-4B7B-9753-863815C9274C}" dt="2026-04-01T23:19:48.180" v="2146" actId="3680"/>
          <ac:graphicFrameMkLst>
            <pc:docMk/>
            <pc:sldMk cId="623457900" sldId="346"/>
            <ac:graphicFrameMk id="3" creationId="{1C6EE9EE-6A1E-489C-40B1-40B5AFB8F8C4}"/>
          </ac:graphicFrameMkLst>
        </pc:graphicFrameChg>
        <pc:graphicFrameChg chg="add mod modGraphic">
          <ac:chgData name="Lê Ngọc Lành" userId="8e0c50ca425b090c" providerId="LiveId" clId="{3598AC43-F96F-4B7B-9753-863815C9274C}" dt="2026-04-02T00:46:08.475" v="2932" actId="948"/>
          <ac:graphicFrameMkLst>
            <pc:docMk/>
            <pc:sldMk cId="623457900" sldId="346"/>
            <ac:graphicFrameMk id="4" creationId="{67D50554-C98D-5D76-B132-5A28D8EED329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44:12.474" v="2903" actId="20577"/>
        <pc:sldMkLst>
          <pc:docMk/>
          <pc:sldMk cId="1255124363" sldId="347"/>
        </pc:sldMkLst>
        <pc:spChg chg="mod">
          <ac:chgData name="Lê Ngọc Lành" userId="8e0c50ca425b090c" providerId="LiveId" clId="{3598AC43-F96F-4B7B-9753-863815C9274C}" dt="2026-04-02T00:39:30.785" v="2865" actId="1076"/>
          <ac:spMkLst>
            <pc:docMk/>
            <pc:sldMk cId="1255124363" sldId="347"/>
            <ac:spMk id="2" creationId="{439A40F5-2E18-BD1E-8B96-488371DDAB74}"/>
          </ac:spMkLst>
        </pc:spChg>
        <pc:spChg chg="add mod">
          <ac:chgData name="Lê Ngọc Lành" userId="8e0c50ca425b090c" providerId="LiveId" clId="{3598AC43-F96F-4B7B-9753-863815C9274C}" dt="2026-04-02T00:39:21.090" v="2863" actId="1076"/>
          <ac:spMkLst>
            <pc:docMk/>
            <pc:sldMk cId="1255124363" sldId="347"/>
            <ac:spMk id="6" creationId="{FC56EC0F-3763-B1FB-A3C7-1E4F149A5667}"/>
          </ac:spMkLst>
        </pc:spChg>
        <pc:spChg chg="add mod">
          <ac:chgData name="Lê Ngọc Lành" userId="8e0c50ca425b090c" providerId="LiveId" clId="{3598AC43-F96F-4B7B-9753-863815C9274C}" dt="2026-04-02T00:44:12.474" v="2903" actId="20577"/>
          <ac:spMkLst>
            <pc:docMk/>
            <pc:sldMk cId="1255124363" sldId="347"/>
            <ac:spMk id="7" creationId="{31D7C8F1-2A4A-4DB6-86F5-9EF6C7575355}"/>
          </ac:spMkLst>
        </pc:spChg>
        <pc:spChg chg="add del mod">
          <ac:chgData name="Lê Ngọc Lành" userId="8e0c50ca425b090c" providerId="LiveId" clId="{3598AC43-F96F-4B7B-9753-863815C9274C}" dt="2026-04-02T00:39:15.051" v="2862" actId="478"/>
          <ac:spMkLst>
            <pc:docMk/>
            <pc:sldMk cId="1255124363" sldId="347"/>
            <ac:spMk id="8195" creationId="{F070C9FA-2EE5-0561-EC1B-3E2DCC5BC1BB}"/>
          </ac:spMkLst>
        </pc:spChg>
        <pc:graphicFrameChg chg="add mod modGraphic">
          <ac:chgData name="Lê Ngọc Lành" userId="8e0c50ca425b090c" providerId="LiveId" clId="{3598AC43-F96F-4B7B-9753-863815C9274C}" dt="2026-04-02T00:39:10.031" v="2861" actId="1076"/>
          <ac:graphicFrameMkLst>
            <pc:docMk/>
            <pc:sldMk cId="1255124363" sldId="347"/>
            <ac:graphicFrameMk id="3" creationId="{12A4C35B-D8F6-82F9-5E9F-302EDADB92F6}"/>
          </ac:graphicFrameMkLst>
        </pc:graphicFrameChg>
        <pc:picChg chg="add mod modCrop">
          <ac:chgData name="Lê Ngọc Lành" userId="8e0c50ca425b090c" providerId="LiveId" clId="{3598AC43-F96F-4B7B-9753-863815C9274C}" dt="2026-04-02T00:40:49.774" v="2876" actId="1076"/>
          <ac:picMkLst>
            <pc:docMk/>
            <pc:sldMk cId="1255124363" sldId="347"/>
            <ac:picMk id="5" creationId="{3CF8F1D5-3F4B-655B-5F14-17D5A50DEA3A}"/>
          </ac:picMkLst>
        </pc:picChg>
      </pc:sldChg>
      <pc:sldChg chg="addSp delSp modSp add mod ord">
        <pc:chgData name="Lê Ngọc Lành" userId="8e0c50ca425b090c" providerId="LiveId" clId="{3598AC43-F96F-4B7B-9753-863815C9274C}" dt="2026-04-02T00:40:03.840" v="2872" actId="2711"/>
        <pc:sldMkLst>
          <pc:docMk/>
          <pc:sldMk cId="1106708716" sldId="348"/>
        </pc:sldMkLst>
        <pc:spChg chg="mod">
          <ac:chgData name="Lê Ngọc Lành" userId="8e0c50ca425b090c" providerId="LiveId" clId="{3598AC43-F96F-4B7B-9753-863815C9274C}" dt="2026-04-02T00:40:03.840" v="2872" actId="2711"/>
          <ac:spMkLst>
            <pc:docMk/>
            <pc:sldMk cId="1106708716" sldId="348"/>
            <ac:spMk id="2" creationId="{23F8B4DE-8E66-4782-9AEF-4770FCED47C7}"/>
          </ac:spMkLst>
        </pc:spChg>
        <pc:spChg chg="add mod">
          <ac:chgData name="Lê Ngọc Lành" userId="8e0c50ca425b090c" providerId="LiveId" clId="{3598AC43-F96F-4B7B-9753-863815C9274C}" dt="2026-04-02T00:39:55.259" v="2871" actId="2711"/>
          <ac:spMkLst>
            <pc:docMk/>
            <pc:sldMk cId="1106708716" sldId="348"/>
            <ac:spMk id="4" creationId="{61F4C2C5-0035-1225-FB85-55F69D52D7C3}"/>
          </ac:spMkLst>
        </pc:spChg>
        <pc:spChg chg="del mod">
          <ac:chgData name="Lê Ngọc Lành" userId="8e0c50ca425b090c" providerId="LiveId" clId="{3598AC43-F96F-4B7B-9753-863815C9274C}" dt="2026-04-02T00:39:47.655" v="2867" actId="478"/>
          <ac:spMkLst>
            <pc:docMk/>
            <pc:sldMk cId="1106708716" sldId="348"/>
            <ac:spMk id="8195" creationId="{204D6D1A-625E-FB94-98B1-883F35D1D1FA}"/>
          </ac:spMkLst>
        </pc:spChg>
        <pc:graphicFrameChg chg="add mod modGraphic">
          <ac:chgData name="Lê Ngọc Lành" userId="8e0c50ca425b090c" providerId="LiveId" clId="{3598AC43-F96F-4B7B-9753-863815C9274C}" dt="2026-04-02T00:39:42.925" v="2866" actId="2711"/>
          <ac:graphicFrameMkLst>
            <pc:docMk/>
            <pc:sldMk cId="1106708716" sldId="348"/>
            <ac:graphicFrameMk id="3" creationId="{1E0A01C7-F41B-A755-5BBF-EB3903AF923C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38:15.027" v="2851" actId="1076"/>
        <pc:sldMkLst>
          <pc:docMk/>
          <pc:sldMk cId="3625679810" sldId="349"/>
        </pc:sldMkLst>
        <pc:spChg chg="mod">
          <ac:chgData name="Lê Ngọc Lành" userId="8e0c50ca425b090c" providerId="LiveId" clId="{3598AC43-F96F-4B7B-9753-863815C9274C}" dt="2026-04-02T00:38:15.027" v="2851" actId="1076"/>
          <ac:spMkLst>
            <pc:docMk/>
            <pc:sldMk cId="3625679810" sldId="349"/>
            <ac:spMk id="2" creationId="{A3F07A90-9DDE-C82D-08ED-8A74494FFD05}"/>
          </ac:spMkLst>
        </pc:spChg>
        <pc:spChg chg="add mod">
          <ac:chgData name="Lê Ngọc Lành" userId="8e0c50ca425b090c" providerId="LiveId" clId="{3598AC43-F96F-4B7B-9753-863815C9274C}" dt="2026-04-01T23:25:17.778" v="2166" actId="767"/>
          <ac:spMkLst>
            <pc:docMk/>
            <pc:sldMk cId="3625679810" sldId="349"/>
            <ac:spMk id="4" creationId="{FEAEC313-B67C-9137-2E88-CB00741F3CE7}"/>
          </ac:spMkLst>
        </pc:spChg>
        <pc:spChg chg="add mod">
          <ac:chgData name="Lê Ngọc Lành" userId="8e0c50ca425b090c" providerId="LiveId" clId="{3598AC43-F96F-4B7B-9753-863815C9274C}" dt="2026-04-02T00:38:07.285" v="2849" actId="1076"/>
          <ac:spMkLst>
            <pc:docMk/>
            <pc:sldMk cId="3625679810" sldId="349"/>
            <ac:spMk id="5" creationId="{7953C2FA-3661-002A-CCB6-DFE49549CCC5}"/>
          </ac:spMkLst>
        </pc:spChg>
        <pc:spChg chg="del mod">
          <ac:chgData name="Lê Ngọc Lành" userId="8e0c50ca425b090c" providerId="LiveId" clId="{3598AC43-F96F-4B7B-9753-863815C9274C}" dt="2026-04-02T00:37:57.336" v="2848" actId="478"/>
          <ac:spMkLst>
            <pc:docMk/>
            <pc:sldMk cId="3625679810" sldId="349"/>
            <ac:spMk id="8195" creationId="{0F95C084-5DA7-6DD6-5D0C-2849C321466E}"/>
          </ac:spMkLst>
        </pc:spChg>
        <pc:graphicFrameChg chg="add mod modGraphic">
          <ac:chgData name="Lê Ngọc Lành" userId="8e0c50ca425b090c" providerId="LiveId" clId="{3598AC43-F96F-4B7B-9753-863815C9274C}" dt="2026-04-02T00:01:42.145" v="2577" actId="14734"/>
          <ac:graphicFrameMkLst>
            <pc:docMk/>
            <pc:sldMk cId="3625679810" sldId="349"/>
            <ac:graphicFrameMk id="3" creationId="{6DB1CE39-9383-733F-CE62-A06385326AC4}"/>
          </ac:graphicFrameMkLst>
        </pc:graphicFrameChg>
      </pc:sldChg>
      <pc:sldChg chg="modSp add del">
        <pc:chgData name="Lê Ngọc Lành" userId="8e0c50ca425b090c" providerId="LiveId" clId="{3598AC43-F96F-4B7B-9753-863815C9274C}" dt="2026-04-01T23:39:14.106" v="2273" actId="47"/>
        <pc:sldMkLst>
          <pc:docMk/>
          <pc:sldMk cId="1744873280" sldId="350"/>
        </pc:sldMkLst>
      </pc:sldChg>
      <pc:sldChg chg="modSp add del">
        <pc:chgData name="Lê Ngọc Lành" userId="8e0c50ca425b090c" providerId="LiveId" clId="{3598AC43-F96F-4B7B-9753-863815C9274C}" dt="2026-04-01T23:39:14.658" v="2274" actId="47"/>
        <pc:sldMkLst>
          <pc:docMk/>
          <pc:sldMk cId="2525814745" sldId="351"/>
        </pc:sldMkLst>
      </pc:sldChg>
      <pc:sldChg chg="modSp add del">
        <pc:chgData name="Lê Ngọc Lành" userId="8e0c50ca425b090c" providerId="LiveId" clId="{3598AC43-F96F-4B7B-9753-863815C9274C}" dt="2026-04-01T23:39:15.039" v="2275" actId="47"/>
        <pc:sldMkLst>
          <pc:docMk/>
          <pc:sldMk cId="4241207610" sldId="352"/>
        </pc:sldMkLst>
      </pc:sldChg>
      <pc:sldChg chg="modSp add del">
        <pc:chgData name="Lê Ngọc Lành" userId="8e0c50ca425b090c" providerId="LiveId" clId="{3598AC43-F96F-4B7B-9753-863815C9274C}" dt="2026-04-01T23:39:19.813" v="2277" actId="47"/>
        <pc:sldMkLst>
          <pc:docMk/>
          <pc:sldMk cId="3353134899" sldId="353"/>
        </pc:sldMkLst>
      </pc:sldChg>
      <pc:sldChg chg="addSp delSp modSp add del ord">
        <pc:chgData name="Lê Ngọc Lành" userId="8e0c50ca425b090c" providerId="LiveId" clId="{3598AC43-F96F-4B7B-9753-863815C9274C}" dt="2026-04-01T23:39:17.730" v="2276" actId="47"/>
        <pc:sldMkLst>
          <pc:docMk/>
          <pc:sldMk cId="1908760483" sldId="354"/>
        </pc:sldMkLst>
      </pc:sldChg>
      <pc:sldChg chg="addSp delSp modSp add mod">
        <pc:chgData name="Lê Ngọc Lành" userId="8e0c50ca425b090c" providerId="LiveId" clId="{3598AC43-F96F-4B7B-9753-863815C9274C}" dt="2026-04-02T00:49:31.037" v="2982" actId="1076"/>
        <pc:sldMkLst>
          <pc:docMk/>
          <pc:sldMk cId="3057364539" sldId="355"/>
        </pc:sldMkLst>
        <pc:spChg chg="mod">
          <ac:chgData name="Lê Ngọc Lành" userId="8e0c50ca425b090c" providerId="LiveId" clId="{3598AC43-F96F-4B7B-9753-863815C9274C}" dt="2026-04-02T00:49:07.143" v="2974" actId="14100"/>
          <ac:spMkLst>
            <pc:docMk/>
            <pc:sldMk cId="3057364539" sldId="355"/>
            <ac:spMk id="2" creationId="{FEA6AD2D-CEB7-1804-9DF3-478180D91596}"/>
          </ac:spMkLst>
        </pc:spChg>
        <pc:spChg chg="add mod">
          <ac:chgData name="Lê Ngọc Lành" userId="8e0c50ca425b090c" providerId="LiveId" clId="{3598AC43-F96F-4B7B-9753-863815C9274C}" dt="2026-04-02T00:49:23.533" v="2978" actId="1076"/>
          <ac:spMkLst>
            <pc:docMk/>
            <pc:sldMk cId="3057364539" sldId="355"/>
            <ac:spMk id="5" creationId="{40933D60-F266-3FD7-0E15-A0D8752892DE}"/>
          </ac:spMkLst>
        </pc:spChg>
        <pc:spChg chg="add mod">
          <ac:chgData name="Lê Ngọc Lành" userId="8e0c50ca425b090c" providerId="LiveId" clId="{3598AC43-F96F-4B7B-9753-863815C9274C}" dt="2026-04-02T00:49:31.037" v="2982" actId="1076"/>
          <ac:spMkLst>
            <pc:docMk/>
            <pc:sldMk cId="3057364539" sldId="355"/>
            <ac:spMk id="6" creationId="{33AD791C-BD23-3E45-8511-6F806BFDA9E5}"/>
          </ac:spMkLst>
        </pc:spChg>
        <pc:spChg chg="del">
          <ac:chgData name="Lê Ngọc Lành" userId="8e0c50ca425b090c" providerId="LiveId" clId="{3598AC43-F96F-4B7B-9753-863815C9274C}" dt="2026-04-02T00:48:27.568" v="2968" actId="478"/>
          <ac:spMkLst>
            <pc:docMk/>
            <pc:sldMk cId="3057364539" sldId="355"/>
            <ac:spMk id="8195" creationId="{FCFFD0FA-5C1E-73B0-F4D0-488289A691BF}"/>
          </ac:spMkLst>
        </pc:spChg>
        <pc:graphicFrameChg chg="add mod modGraphic">
          <ac:chgData name="Lê Ngọc Lành" userId="8e0c50ca425b090c" providerId="LiveId" clId="{3598AC43-F96F-4B7B-9753-863815C9274C}" dt="2026-04-01T23:45:17.087" v="2336" actId="1076"/>
          <ac:graphicFrameMkLst>
            <pc:docMk/>
            <pc:sldMk cId="3057364539" sldId="355"/>
            <ac:graphicFrameMk id="3" creationId="{10700621-6E3F-6485-94A1-9A6A17B50115}"/>
          </ac:graphicFrameMkLst>
        </pc:graphicFrameChg>
        <pc:graphicFrameChg chg="add mod modGraphic">
          <ac:chgData name="Lê Ngọc Lành" userId="8e0c50ca425b090c" providerId="LiveId" clId="{3598AC43-F96F-4B7B-9753-863815C9274C}" dt="2026-04-01T23:45:43.877" v="2340" actId="1076"/>
          <ac:graphicFrameMkLst>
            <pc:docMk/>
            <pc:sldMk cId="3057364539" sldId="355"/>
            <ac:graphicFrameMk id="4" creationId="{CD87ED00-3668-962E-10ED-442B71C3AEC3}"/>
          </ac:graphicFrameMkLst>
        </pc:graphicFrameChg>
      </pc:sldChg>
      <pc:sldChg chg="modSp add mod">
        <pc:chgData name="Lê Ngọc Lành" userId="8e0c50ca425b090c" providerId="LiveId" clId="{3598AC43-F96F-4B7B-9753-863815C9274C}" dt="2026-04-02T01:09:12.976" v="3082" actId="20577"/>
        <pc:sldMkLst>
          <pc:docMk/>
          <pc:sldMk cId="2592473561" sldId="356"/>
        </pc:sldMkLst>
        <pc:spChg chg="mod">
          <ac:chgData name="Lê Ngọc Lành" userId="8e0c50ca425b090c" providerId="LiveId" clId="{3598AC43-F96F-4B7B-9753-863815C9274C}" dt="2026-04-02T00:50:05.626" v="2983" actId="2711"/>
          <ac:spMkLst>
            <pc:docMk/>
            <pc:sldMk cId="2592473561" sldId="356"/>
            <ac:spMk id="2" creationId="{D417D1BF-21D0-B493-E7AE-AF456ADE25EE}"/>
          </ac:spMkLst>
        </pc:spChg>
        <pc:spChg chg="mod">
          <ac:chgData name="Lê Ngọc Lành" userId="8e0c50ca425b090c" providerId="LiveId" clId="{3598AC43-F96F-4B7B-9753-863815C9274C}" dt="2026-04-02T01:09:12.976" v="3082" actId="20577"/>
          <ac:spMkLst>
            <pc:docMk/>
            <pc:sldMk cId="2592473561" sldId="356"/>
            <ac:spMk id="8195" creationId="{6FE1E489-A8E7-65A8-E261-33C2234F4FE2}"/>
          </ac:spMkLst>
        </pc:spChg>
      </pc:sldChg>
      <pc:sldChg chg="modSp add mod ord">
        <pc:chgData name="Lê Ngọc Lành" userId="8e0c50ca425b090c" providerId="LiveId" clId="{3598AC43-F96F-4B7B-9753-863815C9274C}" dt="2026-04-02T00:50:57.682" v="2989" actId="404"/>
        <pc:sldMkLst>
          <pc:docMk/>
          <pc:sldMk cId="513060099" sldId="357"/>
        </pc:sldMkLst>
        <pc:spChg chg="mod">
          <ac:chgData name="Lê Ngọc Lành" userId="8e0c50ca425b090c" providerId="LiveId" clId="{3598AC43-F96F-4B7B-9753-863815C9274C}" dt="2026-04-01T02:28:35.065" v="580" actId="20577"/>
          <ac:spMkLst>
            <pc:docMk/>
            <pc:sldMk cId="513060099" sldId="357"/>
            <ac:spMk id="2" creationId="{33DA87D5-C507-2B3E-6CD2-0BD29DF419C0}"/>
          </ac:spMkLst>
        </pc:spChg>
        <pc:spChg chg="mod">
          <ac:chgData name="Lê Ngọc Lành" userId="8e0c50ca425b090c" providerId="LiveId" clId="{3598AC43-F96F-4B7B-9753-863815C9274C}" dt="2026-04-02T00:50:57.682" v="2989" actId="404"/>
          <ac:spMkLst>
            <pc:docMk/>
            <pc:sldMk cId="513060099" sldId="357"/>
            <ac:spMk id="8195" creationId="{FFD9FF0C-1C3F-9F31-E2E5-7779A7AE8869}"/>
          </ac:spMkLst>
        </pc:spChg>
      </pc:sldChg>
      <pc:sldChg chg="addSp modSp add mod">
        <pc:chgData name="Lê Ngọc Lành" userId="8e0c50ca425b090c" providerId="LiveId" clId="{3598AC43-F96F-4B7B-9753-863815C9274C}" dt="2026-04-02T00:50:17.025" v="2984" actId="2711"/>
        <pc:sldMkLst>
          <pc:docMk/>
          <pc:sldMk cId="1540507818" sldId="358"/>
        </pc:sldMkLst>
        <pc:spChg chg="mod">
          <ac:chgData name="Lê Ngọc Lành" userId="8e0c50ca425b090c" providerId="LiveId" clId="{3598AC43-F96F-4B7B-9753-863815C9274C}" dt="2026-04-02T00:50:17.025" v="2984" actId="2711"/>
          <ac:spMkLst>
            <pc:docMk/>
            <pc:sldMk cId="1540507818" sldId="358"/>
            <ac:spMk id="2" creationId="{9E4A8508-8DBB-00A5-0CAA-B09806BF56B6}"/>
          </ac:spMkLst>
        </pc:spChg>
        <pc:spChg chg="mod">
          <ac:chgData name="Lê Ngọc Lành" userId="8e0c50ca425b090c" providerId="LiveId" clId="{3598AC43-F96F-4B7B-9753-863815C9274C}" dt="2026-03-31T10:21:33.522" v="530"/>
          <ac:spMkLst>
            <pc:docMk/>
            <pc:sldMk cId="1540507818" sldId="358"/>
            <ac:spMk id="8195" creationId="{7817B260-C2FA-EA80-E744-F47AD6ED4F4C}"/>
          </ac:spMkLst>
        </pc:spChg>
      </pc:sldChg>
      <pc:sldChg chg="modSp add mod">
        <pc:chgData name="Lê Ngọc Lành" userId="8e0c50ca425b090c" providerId="LiveId" clId="{3598AC43-F96F-4B7B-9753-863815C9274C}" dt="2026-04-02T00:50:27.197" v="2985" actId="2711"/>
        <pc:sldMkLst>
          <pc:docMk/>
          <pc:sldMk cId="3470284990" sldId="359"/>
        </pc:sldMkLst>
        <pc:spChg chg="mod">
          <ac:chgData name="Lê Ngọc Lành" userId="8e0c50ca425b090c" providerId="LiveId" clId="{3598AC43-F96F-4B7B-9753-863815C9274C}" dt="2026-04-02T00:50:27.197" v="2985" actId="2711"/>
          <ac:spMkLst>
            <pc:docMk/>
            <pc:sldMk cId="3470284990" sldId="359"/>
            <ac:spMk id="2" creationId="{A6910BDD-4094-F268-23AC-7B648F36FDA7}"/>
          </ac:spMkLst>
        </pc:spChg>
        <pc:spChg chg="mod">
          <ac:chgData name="Lê Ngọc Lành" userId="8e0c50ca425b090c" providerId="LiveId" clId="{3598AC43-F96F-4B7B-9753-863815C9274C}" dt="2026-03-31T10:22:07.015" v="533"/>
          <ac:spMkLst>
            <pc:docMk/>
            <pc:sldMk cId="3470284990" sldId="359"/>
            <ac:spMk id="8195" creationId="{68346BF8-349D-0CCA-E413-38619465D2EC}"/>
          </ac:spMkLst>
        </pc:spChg>
      </pc:sldChg>
      <pc:sldChg chg="modSp add mod ord">
        <pc:chgData name="Lê Ngọc Lành" userId="8e0c50ca425b090c" providerId="LiveId" clId="{3598AC43-F96F-4B7B-9753-863815C9274C}" dt="2026-04-01T23:56:43.887" v="2556"/>
        <pc:sldMkLst>
          <pc:docMk/>
          <pc:sldMk cId="734376838" sldId="360"/>
        </pc:sldMkLst>
        <pc:spChg chg="mod">
          <ac:chgData name="Lê Ngọc Lành" userId="8e0c50ca425b090c" providerId="LiveId" clId="{3598AC43-F96F-4B7B-9753-863815C9274C}" dt="2026-04-01T23:56:43.887" v="2556"/>
          <ac:spMkLst>
            <pc:docMk/>
            <pc:sldMk cId="734376838" sldId="360"/>
            <ac:spMk id="8195" creationId="{4A50E4E9-CB81-995A-F7AB-12DFF50CD1C7}"/>
          </ac:spMkLst>
        </pc:spChg>
      </pc:sldChg>
      <pc:sldChg chg="addSp delSp modSp add del mod">
        <pc:chgData name="Lê Ngọc Lành" userId="8e0c50ca425b090c" providerId="LiveId" clId="{3598AC43-F96F-4B7B-9753-863815C9274C}" dt="2026-04-01T09:18:44.016" v="1338" actId="47"/>
        <pc:sldMkLst>
          <pc:docMk/>
          <pc:sldMk cId="1056654140" sldId="361"/>
        </pc:sldMkLst>
        <pc:spChg chg="mod">
          <ac:chgData name="Lê Ngọc Lành" userId="8e0c50ca425b090c" providerId="LiveId" clId="{3598AC43-F96F-4B7B-9753-863815C9274C}" dt="2026-04-01T08:41:03.316" v="1277" actId="2711"/>
          <ac:spMkLst>
            <pc:docMk/>
            <pc:sldMk cId="1056654140" sldId="361"/>
            <ac:spMk id="2" creationId="{DB18FC46-0D6D-E91B-0FFF-4E6169F3708D}"/>
          </ac:spMkLst>
        </pc:spChg>
        <pc:spChg chg="mod">
          <ac:chgData name="Lê Ngọc Lành" userId="8e0c50ca425b090c" providerId="LiveId" clId="{3598AC43-F96F-4B7B-9753-863815C9274C}" dt="2026-04-01T08:43:18.849" v="1288" actId="20577"/>
          <ac:spMkLst>
            <pc:docMk/>
            <pc:sldMk cId="1056654140" sldId="361"/>
            <ac:spMk id="8195" creationId="{75E3AE0B-6E5F-7DB7-7868-4CB39B1CC465}"/>
          </ac:spMkLst>
        </pc:spChg>
        <pc:graphicFrameChg chg="add del mod modGraphic">
          <ac:chgData name="Lê Ngọc Lành" userId="8e0c50ca425b090c" providerId="LiveId" clId="{3598AC43-F96F-4B7B-9753-863815C9274C}" dt="2026-04-01T08:44:59.855" v="1308" actId="478"/>
          <ac:graphicFrameMkLst>
            <pc:docMk/>
            <pc:sldMk cId="1056654140" sldId="361"/>
            <ac:graphicFrameMk id="3" creationId="{8083D4B1-1484-BDA6-10E5-3082837DE47B}"/>
          </ac:graphicFrameMkLst>
        </pc:graphicFrameChg>
        <pc:graphicFrameChg chg="add del mod modGraphic">
          <ac:chgData name="Lê Ngọc Lành" userId="8e0c50ca425b090c" providerId="LiveId" clId="{3598AC43-F96F-4B7B-9753-863815C9274C}" dt="2026-04-01T08:48:28.901" v="1337" actId="478"/>
          <ac:graphicFrameMkLst>
            <pc:docMk/>
            <pc:sldMk cId="1056654140" sldId="361"/>
            <ac:graphicFrameMk id="4" creationId="{95D150A1-F6CD-5775-A010-2CC42FA3D32B}"/>
          </ac:graphicFrameMkLst>
        </pc:graphicFrameChg>
        <pc:graphicFrameChg chg="add mod">
          <ac:chgData name="Lê Ngọc Lành" userId="8e0c50ca425b090c" providerId="LiveId" clId="{3598AC43-F96F-4B7B-9753-863815C9274C}" dt="2026-04-01T08:45:57.441" v="1330"/>
          <ac:graphicFrameMkLst>
            <pc:docMk/>
            <pc:sldMk cId="1056654140" sldId="361"/>
            <ac:graphicFrameMk id="5" creationId="{9F464225-20E1-3A92-CBC4-64C55D951FDE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33:48.241" v="2789" actId="478"/>
        <pc:sldMkLst>
          <pc:docMk/>
          <pc:sldMk cId="2849476824" sldId="361"/>
        </pc:sldMkLst>
        <pc:spChg chg="mod">
          <ac:chgData name="Lê Ngọc Lành" userId="8e0c50ca425b090c" providerId="LiveId" clId="{3598AC43-F96F-4B7B-9753-863815C9274C}" dt="2026-04-02T00:33:25.419" v="2788" actId="27636"/>
          <ac:spMkLst>
            <pc:docMk/>
            <pc:sldMk cId="2849476824" sldId="361"/>
            <ac:spMk id="2" creationId="{2847D7F6-1FEE-C6CB-7536-54678CF0FD92}"/>
          </ac:spMkLst>
        </pc:spChg>
        <pc:spChg chg="add mod">
          <ac:chgData name="Lê Ngọc Lành" userId="8e0c50ca425b090c" providerId="LiveId" clId="{3598AC43-F96F-4B7B-9753-863815C9274C}" dt="2026-04-02T00:14:46.746" v="2642"/>
          <ac:spMkLst>
            <pc:docMk/>
            <pc:sldMk cId="2849476824" sldId="361"/>
            <ac:spMk id="4" creationId="{09E46523-8FB8-8133-92F0-A2E31ABF1100}"/>
          </ac:spMkLst>
        </pc:spChg>
        <pc:spChg chg="add mod">
          <ac:chgData name="Lê Ngọc Lành" userId="8e0c50ca425b090c" providerId="LiveId" clId="{3598AC43-F96F-4B7B-9753-863815C9274C}" dt="2026-04-02T00:33:19.610" v="2786" actId="1076"/>
          <ac:spMkLst>
            <pc:docMk/>
            <pc:sldMk cId="2849476824" sldId="361"/>
            <ac:spMk id="5" creationId="{91D4302D-A1A8-8A4B-D403-B4C57AE458AC}"/>
          </ac:spMkLst>
        </pc:spChg>
        <pc:spChg chg="add del">
          <ac:chgData name="Lê Ngọc Lành" userId="8e0c50ca425b090c" providerId="LiveId" clId="{3598AC43-F96F-4B7B-9753-863815C9274C}" dt="2026-04-02T00:33:48.241" v="2789" actId="478"/>
          <ac:spMkLst>
            <pc:docMk/>
            <pc:sldMk cId="2849476824" sldId="361"/>
            <ac:spMk id="8195" creationId="{0D9BBA43-9644-1652-3F9D-19C7FDCBE76F}"/>
          </ac:spMkLst>
        </pc:spChg>
        <pc:graphicFrameChg chg="add mod modGraphic">
          <ac:chgData name="Lê Ngọc Lành" userId="8e0c50ca425b090c" providerId="LiveId" clId="{3598AC43-F96F-4B7B-9753-863815C9274C}" dt="2026-04-02T00:14:43.202" v="2640" actId="1076"/>
          <ac:graphicFrameMkLst>
            <pc:docMk/>
            <pc:sldMk cId="2849476824" sldId="361"/>
            <ac:graphicFrameMk id="3" creationId="{EE20B7A4-FE2A-E53B-B7FA-21167E8580A7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34:26.615" v="2797" actId="27636"/>
        <pc:sldMkLst>
          <pc:docMk/>
          <pc:sldMk cId="957569751" sldId="362"/>
        </pc:sldMkLst>
        <pc:spChg chg="mod">
          <ac:chgData name="Lê Ngọc Lành" userId="8e0c50ca425b090c" providerId="LiveId" clId="{3598AC43-F96F-4B7B-9753-863815C9274C}" dt="2026-04-02T00:34:26.615" v="2797" actId="27636"/>
          <ac:spMkLst>
            <pc:docMk/>
            <pc:sldMk cId="957569751" sldId="362"/>
            <ac:spMk id="2" creationId="{417E1330-455B-99C2-5334-291712AFD9B2}"/>
          </ac:spMkLst>
        </pc:spChg>
        <pc:spChg chg="add mod">
          <ac:chgData name="Lê Ngọc Lành" userId="8e0c50ca425b090c" providerId="LiveId" clId="{3598AC43-F96F-4B7B-9753-863815C9274C}" dt="2026-04-02T00:34:11.027" v="2795" actId="1076"/>
          <ac:spMkLst>
            <pc:docMk/>
            <pc:sldMk cId="957569751" sldId="362"/>
            <ac:spMk id="4" creationId="{CB9EAFB6-F508-7663-B98E-D415CC35A53A}"/>
          </ac:spMkLst>
        </pc:spChg>
        <pc:spChg chg="del">
          <ac:chgData name="Lê Ngọc Lành" userId="8e0c50ca425b090c" providerId="LiveId" clId="{3598AC43-F96F-4B7B-9753-863815C9274C}" dt="2026-04-02T00:33:56.378" v="2791" actId="478"/>
          <ac:spMkLst>
            <pc:docMk/>
            <pc:sldMk cId="957569751" sldId="362"/>
            <ac:spMk id="8195" creationId="{CCFA88EE-9462-8311-F5A3-AF470C03E505}"/>
          </ac:spMkLst>
        </pc:spChg>
        <pc:graphicFrameChg chg="add mod modGraphic">
          <ac:chgData name="Lê Ngọc Lành" userId="8e0c50ca425b090c" providerId="LiveId" clId="{3598AC43-F96F-4B7B-9753-863815C9274C}" dt="2026-04-02T00:15:05.943" v="2647" actId="1076"/>
          <ac:graphicFrameMkLst>
            <pc:docMk/>
            <pc:sldMk cId="957569751" sldId="362"/>
            <ac:graphicFrameMk id="3" creationId="{69DB9E46-46CC-5CE4-1077-9D21B055BFEE}"/>
          </ac:graphicFrameMkLst>
        </pc:graphicFrameChg>
      </pc:sldChg>
      <pc:sldChg chg="add del">
        <pc:chgData name="Lê Ngọc Lành" userId="8e0c50ca425b090c" providerId="LiveId" clId="{3598AC43-F96F-4B7B-9753-863815C9274C}" dt="2026-04-01T09:19:05.272" v="1340" actId="47"/>
        <pc:sldMkLst>
          <pc:docMk/>
          <pc:sldMk cId="3536559178" sldId="362"/>
        </pc:sldMkLst>
      </pc:sldChg>
      <pc:sldChg chg="addSp delSp modSp add mod ord">
        <pc:chgData name="Lê Ngọc Lành" userId="8e0c50ca425b090c" providerId="LiveId" clId="{3598AC43-F96F-4B7B-9753-863815C9274C}" dt="2026-04-02T00:35:08.765" v="2807" actId="27636"/>
        <pc:sldMkLst>
          <pc:docMk/>
          <pc:sldMk cId="1702896796" sldId="363"/>
        </pc:sldMkLst>
        <pc:spChg chg="mod">
          <ac:chgData name="Lê Ngọc Lành" userId="8e0c50ca425b090c" providerId="LiveId" clId="{3598AC43-F96F-4B7B-9753-863815C9274C}" dt="2026-04-02T00:35:08.765" v="2807" actId="27636"/>
          <ac:spMkLst>
            <pc:docMk/>
            <pc:sldMk cId="1702896796" sldId="363"/>
            <ac:spMk id="2" creationId="{AD866175-A45A-0748-D105-BA3FF92BDD58}"/>
          </ac:spMkLst>
        </pc:spChg>
        <pc:spChg chg="add mod">
          <ac:chgData name="Lê Ngọc Lành" userId="8e0c50ca425b090c" providerId="LiveId" clId="{3598AC43-F96F-4B7B-9753-863815C9274C}" dt="2026-04-02T00:34:51.039" v="2804" actId="1076"/>
          <ac:spMkLst>
            <pc:docMk/>
            <pc:sldMk cId="1702896796" sldId="363"/>
            <ac:spMk id="4" creationId="{D1FD673B-5DA7-1B94-4D6D-9FFE080A99A8}"/>
          </ac:spMkLst>
        </pc:spChg>
        <pc:spChg chg="del">
          <ac:chgData name="Lê Ngọc Lành" userId="8e0c50ca425b090c" providerId="LiveId" clId="{3598AC43-F96F-4B7B-9753-863815C9274C}" dt="2026-04-02T00:34:37.073" v="2798" actId="478"/>
          <ac:spMkLst>
            <pc:docMk/>
            <pc:sldMk cId="1702896796" sldId="363"/>
            <ac:spMk id="8195" creationId="{310830EE-59CC-192D-6EE4-1F04D5D64736}"/>
          </ac:spMkLst>
        </pc:spChg>
        <pc:graphicFrameChg chg="add mod modGraphic">
          <ac:chgData name="Lê Ngọc Lành" userId="8e0c50ca425b090c" providerId="LiveId" clId="{3598AC43-F96F-4B7B-9753-863815C9274C}" dt="2026-04-02T00:15:23.142" v="2652" actId="1076"/>
          <ac:graphicFrameMkLst>
            <pc:docMk/>
            <pc:sldMk cId="1702896796" sldId="363"/>
            <ac:graphicFrameMk id="3" creationId="{09349BFE-747E-BC53-F024-9F0B3C2AE1C4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35:45.757" v="2817" actId="1076"/>
        <pc:sldMkLst>
          <pc:docMk/>
          <pc:sldMk cId="2260304004" sldId="364"/>
        </pc:sldMkLst>
        <pc:spChg chg="mod">
          <ac:chgData name="Lê Ngọc Lành" userId="8e0c50ca425b090c" providerId="LiveId" clId="{3598AC43-F96F-4B7B-9753-863815C9274C}" dt="2026-04-02T00:35:31.672" v="2811" actId="1076"/>
          <ac:spMkLst>
            <pc:docMk/>
            <pc:sldMk cId="2260304004" sldId="364"/>
            <ac:spMk id="2" creationId="{685827D7-77CD-5AAA-22CF-DF257DF769E2}"/>
          </ac:spMkLst>
        </pc:spChg>
        <pc:spChg chg="add mod">
          <ac:chgData name="Lê Ngọc Lành" userId="8e0c50ca425b090c" providerId="LiveId" clId="{3598AC43-F96F-4B7B-9753-863815C9274C}" dt="2026-04-02T00:35:45.757" v="2817" actId="1076"/>
          <ac:spMkLst>
            <pc:docMk/>
            <pc:sldMk cId="2260304004" sldId="364"/>
            <ac:spMk id="4" creationId="{AE0FC612-00BF-FC06-0748-EC832BAE8ADC}"/>
          </ac:spMkLst>
        </pc:spChg>
        <pc:spChg chg="del">
          <ac:chgData name="Lê Ngọc Lành" userId="8e0c50ca425b090c" providerId="LiveId" clId="{3598AC43-F96F-4B7B-9753-863815C9274C}" dt="2026-04-02T00:35:02.312" v="2805" actId="478"/>
          <ac:spMkLst>
            <pc:docMk/>
            <pc:sldMk cId="2260304004" sldId="364"/>
            <ac:spMk id="8195" creationId="{5702AFB3-3A89-2F0A-6E53-FE19CDE41F82}"/>
          </ac:spMkLst>
        </pc:spChg>
        <pc:graphicFrameChg chg="add mod modGraphic">
          <ac:chgData name="Lê Ngọc Lành" userId="8e0c50ca425b090c" providerId="LiveId" clId="{3598AC43-F96F-4B7B-9753-863815C9274C}" dt="2026-04-02T00:15:38.717" v="2657" actId="1076"/>
          <ac:graphicFrameMkLst>
            <pc:docMk/>
            <pc:sldMk cId="2260304004" sldId="364"/>
            <ac:graphicFrameMk id="3" creationId="{DCA1193B-196E-CA5A-12C3-AD0656D1F3B5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36:25.720" v="2829" actId="14100"/>
        <pc:sldMkLst>
          <pc:docMk/>
          <pc:sldMk cId="430446296" sldId="365"/>
        </pc:sldMkLst>
        <pc:spChg chg="mod">
          <ac:chgData name="Lê Ngọc Lành" userId="8e0c50ca425b090c" providerId="LiveId" clId="{3598AC43-F96F-4B7B-9753-863815C9274C}" dt="2026-04-02T00:36:25.720" v="2829" actId="14100"/>
          <ac:spMkLst>
            <pc:docMk/>
            <pc:sldMk cId="430446296" sldId="365"/>
            <ac:spMk id="2" creationId="{B7A96F24-0CDE-8B0E-462B-7F19ECC5CA46}"/>
          </ac:spMkLst>
        </pc:spChg>
        <pc:spChg chg="add mod">
          <ac:chgData name="Lê Ngọc Lành" userId="8e0c50ca425b090c" providerId="LiveId" clId="{3598AC43-F96F-4B7B-9753-863815C9274C}" dt="2026-04-02T00:36:10.226" v="2824" actId="1076"/>
          <ac:spMkLst>
            <pc:docMk/>
            <pc:sldMk cId="430446296" sldId="365"/>
            <ac:spMk id="4" creationId="{A61CED7C-4C7A-A3CD-6CAE-7ECF8CC8B14D}"/>
          </ac:spMkLst>
        </pc:spChg>
        <pc:spChg chg="del">
          <ac:chgData name="Lê Ngọc Lành" userId="8e0c50ca425b090c" providerId="LiveId" clId="{3598AC43-F96F-4B7B-9753-863815C9274C}" dt="2026-04-02T00:35:57.027" v="2818" actId="478"/>
          <ac:spMkLst>
            <pc:docMk/>
            <pc:sldMk cId="430446296" sldId="365"/>
            <ac:spMk id="8195" creationId="{76A6F4EF-109D-084C-04C0-A61550970A58}"/>
          </ac:spMkLst>
        </pc:spChg>
        <pc:graphicFrameChg chg="add mod modGraphic">
          <ac:chgData name="Lê Ngọc Lành" userId="8e0c50ca425b090c" providerId="LiveId" clId="{3598AC43-F96F-4B7B-9753-863815C9274C}" dt="2026-04-02T00:15:59.220" v="2662" actId="1076"/>
          <ac:graphicFrameMkLst>
            <pc:docMk/>
            <pc:sldMk cId="430446296" sldId="365"/>
            <ac:graphicFrameMk id="3" creationId="{DA848ADA-BF22-3A28-1724-4B3A0CCF016B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36:53.101" v="2837" actId="1076"/>
        <pc:sldMkLst>
          <pc:docMk/>
          <pc:sldMk cId="3894251851" sldId="366"/>
        </pc:sldMkLst>
        <pc:spChg chg="mod">
          <ac:chgData name="Lê Ngọc Lành" userId="8e0c50ca425b090c" providerId="LiveId" clId="{3598AC43-F96F-4B7B-9753-863815C9274C}" dt="2026-04-02T00:36:38.872" v="2830" actId="2711"/>
          <ac:spMkLst>
            <pc:docMk/>
            <pc:sldMk cId="3894251851" sldId="366"/>
            <ac:spMk id="2" creationId="{0D8C7F4E-694E-8E92-1495-C1B71585D8FC}"/>
          </ac:spMkLst>
        </pc:spChg>
        <pc:spChg chg="add mod">
          <ac:chgData name="Lê Ngọc Lành" userId="8e0c50ca425b090c" providerId="LiveId" clId="{3598AC43-F96F-4B7B-9753-863815C9274C}" dt="2026-04-02T00:36:53.101" v="2837" actId="1076"/>
          <ac:spMkLst>
            <pc:docMk/>
            <pc:sldMk cId="3894251851" sldId="366"/>
            <ac:spMk id="4" creationId="{D0F001A6-9593-44B6-DD52-913C6ECFF453}"/>
          </ac:spMkLst>
        </pc:spChg>
        <pc:spChg chg="del">
          <ac:chgData name="Lê Ngọc Lành" userId="8e0c50ca425b090c" providerId="LiveId" clId="{3598AC43-F96F-4B7B-9753-863815C9274C}" dt="2026-04-02T00:36:42.023" v="2831" actId="478"/>
          <ac:spMkLst>
            <pc:docMk/>
            <pc:sldMk cId="3894251851" sldId="366"/>
            <ac:spMk id="8195" creationId="{03F3A5DA-5054-EBCD-93A9-EB01B92E4C58}"/>
          </ac:spMkLst>
        </pc:spChg>
        <pc:graphicFrameChg chg="add mod modGraphic">
          <ac:chgData name="Lê Ngọc Lành" userId="8e0c50ca425b090c" providerId="LiveId" clId="{3598AC43-F96F-4B7B-9753-863815C9274C}" dt="2026-04-02T00:16:14.665" v="2667" actId="1076"/>
          <ac:graphicFrameMkLst>
            <pc:docMk/>
            <pc:sldMk cId="3894251851" sldId="366"/>
            <ac:graphicFrameMk id="3" creationId="{85D019D5-67FF-9EEB-35E4-C7AE1E2668EE}"/>
          </ac:graphicFrameMkLst>
        </pc:graphicFrameChg>
      </pc:sldChg>
      <pc:sldChg chg="modSp add mod ord">
        <pc:chgData name="Lê Ngọc Lành" userId="8e0c50ca425b090c" providerId="LiveId" clId="{3598AC43-F96F-4B7B-9753-863815C9274C}" dt="2026-04-02T00:43:36.111" v="2894" actId="2711"/>
        <pc:sldMkLst>
          <pc:docMk/>
          <pc:sldMk cId="3362525353" sldId="367"/>
        </pc:sldMkLst>
        <pc:spChg chg="mod">
          <ac:chgData name="Lê Ngọc Lành" userId="8e0c50ca425b090c" providerId="LiveId" clId="{3598AC43-F96F-4B7B-9753-863815C9274C}" dt="2026-04-02T00:43:36.111" v="2894" actId="2711"/>
          <ac:spMkLst>
            <pc:docMk/>
            <pc:sldMk cId="3362525353" sldId="367"/>
            <ac:spMk id="8195" creationId="{95F4E757-8A36-4668-C2E1-1A8042C7244A}"/>
          </ac:spMkLst>
        </pc:spChg>
      </pc:sldChg>
      <pc:sldChg chg="modSp add mod">
        <pc:chgData name="Lê Ngọc Lành" userId="8e0c50ca425b090c" providerId="LiveId" clId="{3598AC43-F96F-4B7B-9753-863815C9274C}" dt="2026-04-02T00:50:51.772" v="2988" actId="27636"/>
        <pc:sldMkLst>
          <pc:docMk/>
          <pc:sldMk cId="994985761" sldId="368"/>
        </pc:sldMkLst>
        <pc:spChg chg="mod">
          <ac:chgData name="Lê Ngọc Lành" userId="8e0c50ca425b090c" providerId="LiveId" clId="{3598AC43-F96F-4B7B-9753-863815C9274C}" dt="2026-04-02T00:50:51.772" v="2988" actId="27636"/>
          <ac:spMkLst>
            <pc:docMk/>
            <pc:sldMk cId="994985761" sldId="368"/>
            <ac:spMk id="8195" creationId="{EA576F40-185E-E1D2-47C9-5F6F07C65B51}"/>
          </ac:spMkLst>
        </pc:spChg>
      </pc:sldChg>
      <pc:sldChg chg="addSp delSp modSp add mod">
        <pc:chgData name="Lê Ngọc Lành" userId="8e0c50ca425b090c" providerId="LiveId" clId="{3598AC43-F96F-4B7B-9753-863815C9274C}" dt="2026-04-02T00:44:40.477" v="2912" actId="255"/>
        <pc:sldMkLst>
          <pc:docMk/>
          <pc:sldMk cId="69372601" sldId="369"/>
        </pc:sldMkLst>
        <pc:spChg chg="mod">
          <ac:chgData name="Lê Ngọc Lành" userId="8e0c50ca425b090c" providerId="LiveId" clId="{3598AC43-F96F-4B7B-9753-863815C9274C}" dt="2026-04-02T00:40:22.851" v="2873" actId="2711"/>
          <ac:spMkLst>
            <pc:docMk/>
            <pc:sldMk cId="69372601" sldId="369"/>
            <ac:spMk id="2" creationId="{0E0FACDF-8575-344C-19D6-A0AD18876961}"/>
          </ac:spMkLst>
        </pc:spChg>
        <pc:spChg chg="add mod">
          <ac:chgData name="Lê Ngọc Lành" userId="8e0c50ca425b090c" providerId="LiveId" clId="{3598AC43-F96F-4B7B-9753-863815C9274C}" dt="2026-04-01T23:13:11.339" v="2125" actId="164"/>
          <ac:spMkLst>
            <pc:docMk/>
            <pc:sldMk cId="69372601" sldId="369"/>
            <ac:spMk id="7" creationId="{909B755B-F9AD-CE8B-D77F-82F5C8DB5E0B}"/>
          </ac:spMkLst>
        </pc:spChg>
        <pc:spChg chg="add mod">
          <ac:chgData name="Lê Ngọc Lành" userId="8e0c50ca425b090c" providerId="LiveId" clId="{3598AC43-F96F-4B7B-9753-863815C9274C}" dt="2026-04-01T23:13:11.339" v="2125" actId="164"/>
          <ac:spMkLst>
            <pc:docMk/>
            <pc:sldMk cId="69372601" sldId="369"/>
            <ac:spMk id="8" creationId="{9B376EAF-2F44-7CFC-CF57-81A82C45AF4C}"/>
          </ac:spMkLst>
        </pc:spChg>
        <pc:spChg chg="add mod ord">
          <ac:chgData name="Lê Ngọc Lành" userId="8e0c50ca425b090c" providerId="LiveId" clId="{3598AC43-F96F-4B7B-9753-863815C9274C}" dt="2026-04-01T23:15:04.011" v="2137" actId="164"/>
          <ac:spMkLst>
            <pc:docMk/>
            <pc:sldMk cId="69372601" sldId="369"/>
            <ac:spMk id="10" creationId="{EE38E202-875E-1D4C-DBB8-2174F6F910ED}"/>
          </ac:spMkLst>
        </pc:spChg>
        <pc:spChg chg="add mod">
          <ac:chgData name="Lê Ngọc Lành" userId="8e0c50ca425b090c" providerId="LiveId" clId="{3598AC43-F96F-4B7B-9753-863815C9274C}" dt="2026-04-02T00:44:22.814" v="2906" actId="122"/>
          <ac:spMkLst>
            <pc:docMk/>
            <pc:sldMk cId="69372601" sldId="369"/>
            <ac:spMk id="12" creationId="{FE810C49-208D-EE30-5F1A-56E22DC4C3B5}"/>
          </ac:spMkLst>
        </pc:spChg>
        <pc:spChg chg="add mod">
          <ac:chgData name="Lê Ngọc Lành" userId="8e0c50ca425b090c" providerId="LiveId" clId="{3598AC43-F96F-4B7B-9753-863815C9274C}" dt="2026-04-02T00:44:40.477" v="2912" actId="255"/>
          <ac:spMkLst>
            <pc:docMk/>
            <pc:sldMk cId="69372601" sldId="369"/>
            <ac:spMk id="13" creationId="{B77919D2-C7C1-EFCB-A950-DF2DF22648F2}"/>
          </ac:spMkLst>
        </pc:spChg>
        <pc:spChg chg="del mod">
          <ac:chgData name="Lê Ngọc Lành" userId="8e0c50ca425b090c" providerId="LiveId" clId="{3598AC43-F96F-4B7B-9753-863815C9274C}" dt="2026-04-02T00:44:26.675" v="2907" actId="478"/>
          <ac:spMkLst>
            <pc:docMk/>
            <pc:sldMk cId="69372601" sldId="369"/>
            <ac:spMk id="8195" creationId="{F7185257-51B8-5227-E6E5-B65B4BC35DC1}"/>
          </ac:spMkLst>
        </pc:spChg>
        <pc:grpChg chg="add mod">
          <ac:chgData name="Lê Ngọc Lành" userId="8e0c50ca425b090c" providerId="LiveId" clId="{3598AC43-F96F-4B7B-9753-863815C9274C}" dt="2026-04-01T23:15:04.011" v="2137" actId="164"/>
          <ac:grpSpMkLst>
            <pc:docMk/>
            <pc:sldMk cId="69372601" sldId="369"/>
            <ac:grpSpMk id="9" creationId="{5CAF4F9E-5D75-4C0A-B978-46FAB9894804}"/>
          </ac:grpSpMkLst>
        </pc:grpChg>
        <pc:grpChg chg="add mod">
          <ac:chgData name="Lê Ngọc Lành" userId="8e0c50ca425b090c" providerId="LiveId" clId="{3598AC43-F96F-4B7B-9753-863815C9274C}" dt="2026-04-01T23:54:42.674" v="2521" actId="1076"/>
          <ac:grpSpMkLst>
            <pc:docMk/>
            <pc:sldMk cId="69372601" sldId="369"/>
            <ac:grpSpMk id="11" creationId="{FF330C08-15C7-510C-8BFD-2A6CE43ECE8A}"/>
          </ac:grpSpMkLst>
        </pc:grpChg>
        <pc:picChg chg="add mod">
          <ac:chgData name="Lê Ngọc Lành" userId="8e0c50ca425b090c" providerId="LiveId" clId="{3598AC43-F96F-4B7B-9753-863815C9274C}" dt="2026-04-01T23:14:50.961" v="2136" actId="1076"/>
          <ac:picMkLst>
            <pc:docMk/>
            <pc:sldMk cId="69372601" sldId="369"/>
            <ac:picMk id="4" creationId="{89CDA774-71F2-B707-D527-F7DA5CCB1A58}"/>
          </ac:picMkLst>
        </pc:picChg>
        <pc:picChg chg="add mod">
          <ac:chgData name="Lê Ngọc Lành" userId="8e0c50ca425b090c" providerId="LiveId" clId="{3598AC43-F96F-4B7B-9753-863815C9274C}" dt="2026-04-01T23:06:20.835" v="1993" actId="1076"/>
          <ac:picMkLst>
            <pc:docMk/>
            <pc:sldMk cId="69372601" sldId="369"/>
            <ac:picMk id="6" creationId="{DB91CDD4-23E8-44AB-324D-5B0D3124417C}"/>
          </ac:picMkLst>
        </pc:picChg>
        <pc:picChg chg="add del mod">
          <ac:chgData name="Lê Ngọc Lành" userId="8e0c50ca425b090c" providerId="LiveId" clId="{3598AC43-F96F-4B7B-9753-863815C9274C}" dt="2026-04-01T23:05:40.802" v="1986" actId="478"/>
          <ac:picMkLst>
            <pc:docMk/>
            <pc:sldMk cId="69372601" sldId="369"/>
            <ac:picMk id="1026" creationId="{9842492C-7542-2AE6-19AB-212486D9D4C3}"/>
          </ac:picMkLst>
        </pc:picChg>
      </pc:sldChg>
      <pc:sldChg chg="addSp delSp modSp add mod">
        <pc:chgData name="Lê Ngọc Lành" userId="8e0c50ca425b090c" providerId="LiveId" clId="{3598AC43-F96F-4B7B-9753-863815C9274C}" dt="2026-04-02T00:47:04.642" v="2946" actId="1076"/>
        <pc:sldMkLst>
          <pc:docMk/>
          <pc:sldMk cId="2319852134" sldId="370"/>
        </pc:sldMkLst>
        <pc:spChg chg="mod">
          <ac:chgData name="Lê Ngọc Lành" userId="8e0c50ca425b090c" providerId="LiveId" clId="{3598AC43-F96F-4B7B-9753-863815C9274C}" dt="2026-04-01T23:29:35.393" v="2177" actId="404"/>
          <ac:spMkLst>
            <pc:docMk/>
            <pc:sldMk cId="2319852134" sldId="370"/>
            <ac:spMk id="2" creationId="{4951D43D-0EBB-DEDD-978F-0BD470403FAD}"/>
          </ac:spMkLst>
        </pc:spChg>
        <pc:spChg chg="add mod">
          <ac:chgData name="Lê Ngọc Lành" userId="8e0c50ca425b090c" providerId="LiveId" clId="{3598AC43-F96F-4B7B-9753-863815C9274C}" dt="2026-04-01T23:50:34.587" v="2374"/>
          <ac:spMkLst>
            <pc:docMk/>
            <pc:sldMk cId="2319852134" sldId="370"/>
            <ac:spMk id="8" creationId="{DC5B582D-F68A-AA0F-F71B-DBF9E0E2632E}"/>
          </ac:spMkLst>
        </pc:spChg>
        <pc:spChg chg="add mod">
          <ac:chgData name="Lê Ngọc Lành" userId="8e0c50ca425b090c" providerId="LiveId" clId="{3598AC43-F96F-4B7B-9753-863815C9274C}" dt="2026-04-02T00:46:33.182" v="2937" actId="122"/>
          <ac:spMkLst>
            <pc:docMk/>
            <pc:sldMk cId="2319852134" sldId="370"/>
            <ac:spMk id="9" creationId="{7863BC41-7698-D97B-D8AC-3FB0EFDEDB71}"/>
          </ac:spMkLst>
        </pc:spChg>
        <pc:spChg chg="add mod">
          <ac:chgData name="Lê Ngọc Lành" userId="8e0c50ca425b090c" providerId="LiveId" clId="{3598AC43-F96F-4B7B-9753-863815C9274C}" dt="2026-04-01T23:51:02.133" v="2380"/>
          <ac:spMkLst>
            <pc:docMk/>
            <pc:sldMk cId="2319852134" sldId="370"/>
            <ac:spMk id="10" creationId="{A9A83623-35C2-D622-2F6F-3288C42458A1}"/>
          </ac:spMkLst>
        </pc:spChg>
        <pc:spChg chg="add mod">
          <ac:chgData name="Lê Ngọc Lành" userId="8e0c50ca425b090c" providerId="LiveId" clId="{3598AC43-F96F-4B7B-9753-863815C9274C}" dt="2026-04-02T00:47:01.075" v="2945" actId="1076"/>
          <ac:spMkLst>
            <pc:docMk/>
            <pc:sldMk cId="2319852134" sldId="370"/>
            <ac:spMk id="11" creationId="{51BD479E-CE1E-4EC1-677E-0CEBD5CFBF23}"/>
          </ac:spMkLst>
        </pc:spChg>
        <pc:spChg chg="add del mod">
          <ac:chgData name="Lê Ngọc Lành" userId="8e0c50ca425b090c" providerId="LiveId" clId="{3598AC43-F96F-4B7B-9753-863815C9274C}" dt="2026-04-01T23:51:02.133" v="2380"/>
          <ac:spMkLst>
            <pc:docMk/>
            <pc:sldMk cId="2319852134" sldId="370"/>
            <ac:spMk id="8195" creationId="{9925ADB3-1B86-1B81-3E47-EE56F6CC0BFA}"/>
          </ac:spMkLst>
        </pc:spChg>
        <pc:graphicFrameChg chg="add mod">
          <ac:chgData name="Lê Ngọc Lành" userId="8e0c50ca425b090c" providerId="LiveId" clId="{3598AC43-F96F-4B7B-9753-863815C9274C}" dt="2026-04-01T23:29:50.141" v="2179"/>
          <ac:graphicFrameMkLst>
            <pc:docMk/>
            <pc:sldMk cId="2319852134" sldId="370"/>
            <ac:graphicFrameMk id="3" creationId="{98B22D9F-FBDC-118C-1072-24335813B8A3}"/>
          </ac:graphicFrameMkLst>
        </pc:graphicFrameChg>
        <pc:graphicFrameChg chg="add del">
          <ac:chgData name="Lê Ngọc Lành" userId="8e0c50ca425b090c" providerId="LiveId" clId="{3598AC43-F96F-4B7B-9753-863815C9274C}" dt="2026-04-01T23:30:46.589" v="2185" actId="3680"/>
          <ac:graphicFrameMkLst>
            <pc:docMk/>
            <pc:sldMk cId="2319852134" sldId="370"/>
            <ac:graphicFrameMk id="6" creationId="{2FBEC273-ECCC-E783-B3DC-E57A9978DAE3}"/>
          </ac:graphicFrameMkLst>
        </pc:graphicFrameChg>
        <pc:graphicFrameChg chg="add mod modGraphic">
          <ac:chgData name="Lê Ngọc Lành" userId="8e0c50ca425b090c" providerId="LiveId" clId="{3598AC43-F96F-4B7B-9753-863815C9274C}" dt="2026-04-02T00:47:04.642" v="2946" actId="1076"/>
          <ac:graphicFrameMkLst>
            <pc:docMk/>
            <pc:sldMk cId="2319852134" sldId="370"/>
            <ac:graphicFrameMk id="7" creationId="{B56457FE-E1C8-2F26-539D-4EF53B1AE908}"/>
          </ac:graphicFrameMkLst>
        </pc:graphicFrameChg>
        <pc:picChg chg="add mod">
          <ac:chgData name="Lê Ngọc Lành" userId="8e0c50ca425b090c" providerId="LiveId" clId="{3598AC43-F96F-4B7B-9753-863815C9274C}" dt="2026-04-01T23:31:45.383" v="2200" actId="1076"/>
          <ac:picMkLst>
            <pc:docMk/>
            <pc:sldMk cId="2319852134" sldId="370"/>
            <ac:picMk id="5" creationId="{D79EAE92-8D7F-D5B7-E88A-206858774EDA}"/>
          </ac:picMkLst>
        </pc:picChg>
      </pc:sldChg>
      <pc:sldChg chg="addSp delSp modSp add mod">
        <pc:chgData name="Lê Ngọc Lành" userId="8e0c50ca425b090c" providerId="LiveId" clId="{3598AC43-F96F-4B7B-9753-863815C9274C}" dt="2026-04-02T00:48:45.110" v="2971" actId="2711"/>
        <pc:sldMkLst>
          <pc:docMk/>
          <pc:sldMk cId="2162688548" sldId="371"/>
        </pc:sldMkLst>
        <pc:spChg chg="mod">
          <ac:chgData name="Lê Ngọc Lành" userId="8e0c50ca425b090c" providerId="LiveId" clId="{3598AC43-F96F-4B7B-9753-863815C9274C}" dt="2026-04-02T00:48:45.110" v="2971" actId="2711"/>
          <ac:spMkLst>
            <pc:docMk/>
            <pc:sldMk cId="2162688548" sldId="371"/>
            <ac:spMk id="2" creationId="{367EA35C-3543-15F3-31B3-A0B018286CDC}"/>
          </ac:spMkLst>
        </pc:spChg>
        <pc:spChg chg="add mod">
          <ac:chgData name="Lê Ngọc Lành" userId="8e0c50ca425b090c" providerId="LiveId" clId="{3598AC43-F96F-4B7B-9753-863815C9274C}" dt="2026-04-01T23:47:50.885" v="2353"/>
          <ac:spMkLst>
            <pc:docMk/>
            <pc:sldMk cId="2162688548" sldId="371"/>
            <ac:spMk id="9" creationId="{7E085AEF-278E-03A0-9C56-BA3B9C510B03}"/>
          </ac:spMkLst>
        </pc:spChg>
        <pc:spChg chg="add mod">
          <ac:chgData name="Lê Ngọc Lành" userId="8e0c50ca425b090c" providerId="LiveId" clId="{3598AC43-F96F-4B7B-9753-863815C9274C}" dt="2026-04-02T00:47:32.068" v="2952" actId="404"/>
          <ac:spMkLst>
            <pc:docMk/>
            <pc:sldMk cId="2162688548" sldId="371"/>
            <ac:spMk id="10" creationId="{B677D256-37F5-3178-2907-EDB0288562AE}"/>
          </ac:spMkLst>
        </pc:spChg>
        <pc:spChg chg="add mod">
          <ac:chgData name="Lê Ngọc Lành" userId="8e0c50ca425b090c" providerId="LiveId" clId="{3598AC43-F96F-4B7B-9753-863815C9274C}" dt="2026-04-02T00:48:00.321" v="2961" actId="114"/>
          <ac:spMkLst>
            <pc:docMk/>
            <pc:sldMk cId="2162688548" sldId="371"/>
            <ac:spMk id="11" creationId="{DA87CE65-27D3-00B7-262A-2FD7D7F26864}"/>
          </ac:spMkLst>
        </pc:spChg>
        <pc:spChg chg="add del">
          <ac:chgData name="Lê Ngọc Lành" userId="8e0c50ca425b090c" providerId="LiveId" clId="{3598AC43-F96F-4B7B-9753-863815C9274C}" dt="2026-04-01T23:47:50.885" v="2353"/>
          <ac:spMkLst>
            <pc:docMk/>
            <pc:sldMk cId="2162688548" sldId="371"/>
            <ac:spMk id="8195" creationId="{4224544E-0C8D-467D-6CB6-2E4ABEF01234}"/>
          </ac:spMkLst>
        </pc:spChg>
        <pc:graphicFrameChg chg="del">
          <ac:chgData name="Lê Ngọc Lành" userId="8e0c50ca425b090c" providerId="LiveId" clId="{3598AC43-F96F-4B7B-9753-863815C9274C}" dt="2026-04-01T23:33:34.180" v="2213" actId="478"/>
          <ac:graphicFrameMkLst>
            <pc:docMk/>
            <pc:sldMk cId="2162688548" sldId="371"/>
            <ac:graphicFrameMk id="7" creationId="{1531C36C-1783-3AA0-5DF8-70778B3112CF}"/>
          </ac:graphicFrameMkLst>
        </pc:graphicFrameChg>
        <pc:picChg chg="add mod">
          <ac:chgData name="Lê Ngọc Lành" userId="8e0c50ca425b090c" providerId="LiveId" clId="{3598AC43-F96F-4B7B-9753-863815C9274C}" dt="2026-04-01T23:36:07.817" v="2230" actId="1076"/>
          <ac:picMkLst>
            <pc:docMk/>
            <pc:sldMk cId="2162688548" sldId="371"/>
            <ac:picMk id="4" creationId="{00FC0922-4905-7CA3-6D8E-129F5A279685}"/>
          </ac:picMkLst>
        </pc:picChg>
        <pc:picChg chg="mod modCrop">
          <ac:chgData name="Lê Ngọc Lành" userId="8e0c50ca425b090c" providerId="LiveId" clId="{3598AC43-F96F-4B7B-9753-863815C9274C}" dt="2026-04-01T23:36:13.617" v="2231" actId="1076"/>
          <ac:picMkLst>
            <pc:docMk/>
            <pc:sldMk cId="2162688548" sldId="371"/>
            <ac:picMk id="5" creationId="{84D40FAE-B754-1C35-964A-E60CE6A950BD}"/>
          </ac:picMkLst>
        </pc:picChg>
        <pc:picChg chg="add del">
          <ac:chgData name="Lê Ngọc Lành" userId="8e0c50ca425b090c" providerId="LiveId" clId="{3598AC43-F96F-4B7B-9753-863815C9274C}" dt="2026-04-01T23:47:41.823" v="2351" actId="22"/>
          <ac:picMkLst>
            <pc:docMk/>
            <pc:sldMk cId="2162688548" sldId="371"/>
            <ac:picMk id="8" creationId="{40EB114A-3A16-4848-A325-6AA621CC751D}"/>
          </ac:picMkLst>
        </pc:picChg>
      </pc:sldChg>
      <pc:sldChg chg="addSp delSp modSp add mod">
        <pc:chgData name="Lê Ngọc Lành" userId="8e0c50ca425b090c" providerId="LiveId" clId="{3598AC43-F96F-4B7B-9753-863815C9274C}" dt="2026-04-02T00:48:38.573" v="2970" actId="2711"/>
        <pc:sldMkLst>
          <pc:docMk/>
          <pc:sldMk cId="2903158571" sldId="372"/>
        </pc:sldMkLst>
        <pc:spChg chg="mod">
          <ac:chgData name="Lê Ngọc Lành" userId="8e0c50ca425b090c" providerId="LiveId" clId="{3598AC43-F96F-4B7B-9753-863815C9274C}" dt="2026-04-02T00:48:38.573" v="2970" actId="2711"/>
          <ac:spMkLst>
            <pc:docMk/>
            <pc:sldMk cId="2903158571" sldId="372"/>
            <ac:spMk id="2" creationId="{0F28495D-0E27-34C1-1A43-46AC4EC857F8}"/>
          </ac:spMkLst>
        </pc:spChg>
        <pc:spChg chg="add mod">
          <ac:chgData name="Lê Ngọc Lành" userId="8e0c50ca425b090c" providerId="LiveId" clId="{3598AC43-F96F-4B7B-9753-863815C9274C}" dt="2026-04-01T23:46:53.413" v="2346"/>
          <ac:spMkLst>
            <pc:docMk/>
            <pc:sldMk cId="2903158571" sldId="372"/>
            <ac:spMk id="7" creationId="{A4226E1B-E8C2-E2BC-F332-030741AAC5C7}"/>
          </ac:spMkLst>
        </pc:spChg>
        <pc:spChg chg="add mod">
          <ac:chgData name="Lê Ngọc Lành" userId="8e0c50ca425b090c" providerId="LiveId" clId="{3598AC43-F96F-4B7B-9753-863815C9274C}" dt="2026-04-02T00:48:19.092" v="2967" actId="1076"/>
          <ac:spMkLst>
            <pc:docMk/>
            <pc:sldMk cId="2903158571" sldId="372"/>
            <ac:spMk id="8" creationId="{FB2AD922-F564-62E6-571C-4179BC2B23CC}"/>
          </ac:spMkLst>
        </pc:spChg>
        <pc:spChg chg="add del">
          <ac:chgData name="Lê Ngọc Lành" userId="8e0c50ca425b090c" providerId="LiveId" clId="{3598AC43-F96F-4B7B-9753-863815C9274C}" dt="2026-04-02T00:48:11.501" v="2965" actId="478"/>
          <ac:spMkLst>
            <pc:docMk/>
            <pc:sldMk cId="2903158571" sldId="372"/>
            <ac:spMk id="8195" creationId="{9EB3ED54-ED00-2180-AA9F-49750560F904}"/>
          </ac:spMkLst>
        </pc:spChg>
        <pc:graphicFrameChg chg="add del mod modGraphic">
          <ac:chgData name="Lê Ngọc Lành" userId="8e0c50ca425b090c" providerId="LiveId" clId="{3598AC43-F96F-4B7B-9753-863815C9274C}" dt="2026-04-01T23:37:26.615" v="2254" actId="3680"/>
          <ac:graphicFrameMkLst>
            <pc:docMk/>
            <pc:sldMk cId="2903158571" sldId="372"/>
            <ac:graphicFrameMk id="3" creationId="{EFD73858-1C7E-45F7-613A-55EB890F6809}"/>
          </ac:graphicFrameMkLst>
        </pc:graphicFrameChg>
        <pc:graphicFrameChg chg="add mod modGraphic">
          <ac:chgData name="Lê Ngọc Lành" userId="8e0c50ca425b090c" providerId="LiveId" clId="{3598AC43-F96F-4B7B-9753-863815C9274C}" dt="2026-04-01T23:38:48.166" v="2272" actId="1076"/>
          <ac:graphicFrameMkLst>
            <pc:docMk/>
            <pc:sldMk cId="2903158571" sldId="372"/>
            <ac:graphicFrameMk id="6" creationId="{D0D3C078-357C-37C3-9DF9-71689A9387E6}"/>
          </ac:graphicFrameMkLst>
        </pc:graphicFrameChg>
        <pc:picChg chg="del">
          <ac:chgData name="Lê Ngọc Lành" userId="8e0c50ca425b090c" providerId="LiveId" clId="{3598AC43-F96F-4B7B-9753-863815C9274C}" dt="2026-04-01T23:36:30.245" v="2233" actId="478"/>
          <ac:picMkLst>
            <pc:docMk/>
            <pc:sldMk cId="2903158571" sldId="372"/>
            <ac:picMk id="4" creationId="{AACAF93D-6056-848B-5F62-88951C14E825}"/>
          </ac:picMkLst>
        </pc:picChg>
        <pc:picChg chg="del">
          <ac:chgData name="Lê Ngọc Lành" userId="8e0c50ca425b090c" providerId="LiveId" clId="{3598AC43-F96F-4B7B-9753-863815C9274C}" dt="2026-04-01T23:38:27.588" v="2271" actId="478"/>
          <ac:picMkLst>
            <pc:docMk/>
            <pc:sldMk cId="2903158571" sldId="372"/>
            <ac:picMk id="5" creationId="{5F337750-74F9-CE82-94D2-A044C74BF784}"/>
          </ac:picMkLst>
        </pc:picChg>
      </pc:sldChg>
      <pc:sldChg chg="add del">
        <pc:chgData name="Lê Ngọc Lành" userId="8e0c50ca425b090c" providerId="LiveId" clId="{3598AC43-F96F-4B7B-9753-863815C9274C}" dt="2026-04-02T00:53:26.570" v="3053" actId="47"/>
        <pc:sldMkLst>
          <pc:docMk/>
          <pc:sldMk cId="3731618841" sldId="373"/>
        </pc:sldMkLst>
      </pc:sldChg>
      <pc:sldChg chg="modSp add mod ord">
        <pc:chgData name="Lê Ngọc Lành" userId="8e0c50ca425b090c" providerId="LiveId" clId="{3598AC43-F96F-4B7B-9753-863815C9274C}" dt="2026-04-02T00:52:03.456" v="2994" actId="20577"/>
        <pc:sldMkLst>
          <pc:docMk/>
          <pc:sldMk cId="0" sldId="450"/>
        </pc:sldMkLst>
        <pc:spChg chg="mod">
          <ac:chgData name="Lê Ngọc Lành" userId="8e0c50ca425b090c" providerId="LiveId" clId="{3598AC43-F96F-4B7B-9753-863815C9274C}" dt="2026-04-02T00:52:03.456" v="2994" actId="20577"/>
          <ac:spMkLst>
            <pc:docMk/>
            <pc:sldMk cId="0" sldId="450"/>
            <ac:spMk id="8" creationId="{00000000-0000-0000-0000-000000000000}"/>
          </ac:spMkLst>
        </pc:spChg>
      </pc:sldChg>
      <pc:sldChg chg="modSp add mod ord">
        <pc:chgData name="Lê Ngọc Lành" userId="8e0c50ca425b090c" providerId="LiveId" clId="{3598AC43-F96F-4B7B-9753-863815C9274C}" dt="2026-04-02T00:52:26.051" v="3020" actId="20577"/>
        <pc:sldMkLst>
          <pc:docMk/>
          <pc:sldMk cId="3562116458" sldId="451"/>
        </pc:sldMkLst>
        <pc:spChg chg="mod">
          <ac:chgData name="Lê Ngọc Lành" userId="8e0c50ca425b090c" providerId="LiveId" clId="{3598AC43-F96F-4B7B-9753-863815C9274C}" dt="2026-04-02T00:52:26.051" v="3020" actId="20577"/>
          <ac:spMkLst>
            <pc:docMk/>
            <pc:sldMk cId="3562116458" sldId="451"/>
            <ac:spMk id="8" creationId="{F57CF64C-1AAF-66BD-43BF-7C0EEF6E2B18}"/>
          </ac:spMkLst>
        </pc:spChg>
      </pc:sldChg>
      <pc:sldChg chg="modSp add mod ord">
        <pc:chgData name="Lê Ngọc Lành" userId="8e0c50ca425b090c" providerId="LiveId" clId="{3598AC43-F96F-4B7B-9753-863815C9274C}" dt="2026-04-02T00:53:05.845" v="3038" actId="20577"/>
        <pc:sldMkLst>
          <pc:docMk/>
          <pc:sldMk cId="3202216213" sldId="452"/>
        </pc:sldMkLst>
        <pc:spChg chg="mod">
          <ac:chgData name="Lê Ngọc Lành" userId="8e0c50ca425b090c" providerId="LiveId" clId="{3598AC43-F96F-4B7B-9753-863815C9274C}" dt="2026-04-02T00:53:05.845" v="3038" actId="20577"/>
          <ac:spMkLst>
            <pc:docMk/>
            <pc:sldMk cId="3202216213" sldId="452"/>
            <ac:spMk id="8" creationId="{C46DCF48-C997-AF4C-BB40-4A4418CC10B8}"/>
          </ac:spMkLst>
        </pc:spChg>
      </pc:sldChg>
      <pc:sldChg chg="modSp add mod ord">
        <pc:chgData name="Lê Ngọc Lành" userId="8e0c50ca425b090c" providerId="LiveId" clId="{3598AC43-F96F-4B7B-9753-863815C9274C}" dt="2026-04-02T00:53:22.504" v="3052" actId="20577"/>
        <pc:sldMkLst>
          <pc:docMk/>
          <pc:sldMk cId="620897536" sldId="453"/>
        </pc:sldMkLst>
        <pc:spChg chg="mod">
          <ac:chgData name="Lê Ngọc Lành" userId="8e0c50ca425b090c" providerId="LiveId" clId="{3598AC43-F96F-4B7B-9753-863815C9274C}" dt="2026-04-02T00:53:22.504" v="3052" actId="20577"/>
          <ac:spMkLst>
            <pc:docMk/>
            <pc:sldMk cId="620897536" sldId="453"/>
            <ac:spMk id="8" creationId="{02D1A64B-569E-CA3E-B3D3-BCE0B5C454D7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vi-V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Báo nhầm (FP)</c:v>
          </c:tx>
          <c:spPr>
            <a:solidFill>
              <a:srgbClr val="CF6C3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latin typeface="Arial"/>
                    <a:ea typeface="Arial"/>
                    <a:cs typeface="Arial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YOLOv8n</c:v>
              </c:pt>
              <c:pt idx="1">
                <c:v>EfficientDet</c:v>
              </c:pt>
              <c:pt idx="2">
                <c:v>+ MobileNet</c:v>
              </c:pt>
              <c:pt idx="3">
                <c:v>+ EfficientNet</c:v>
              </c:pt>
            </c:strLit>
          </c:cat>
          <c:val>
            <c:numLit>
              <c:formatCode>General</c:formatCode>
              <c:ptCount val="4"/>
              <c:pt idx="0">
                <c:v>67</c:v>
              </c:pt>
              <c:pt idx="1">
                <c:v>96</c:v>
              </c:pt>
              <c:pt idx="2">
                <c:v>139</c:v>
              </c:pt>
              <c:pt idx="3">
                <c:v>153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8EB-41F3-9D74-4D12E3597465}"/>
            </c:ext>
          </c:extLst>
        </c:ser>
        <c:ser>
          <c:idx val="1"/>
          <c:order val="1"/>
          <c:tx>
            <c:v>Bỏ sót (FN)</c:v>
          </c:tx>
          <c:spPr>
            <a:solidFill>
              <a:srgbClr val="00A65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latin typeface="Arial"/>
                    <a:ea typeface="Arial"/>
                    <a:cs typeface="Arial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YOLOv8n</c:v>
              </c:pt>
              <c:pt idx="1">
                <c:v>EfficientDet</c:v>
              </c:pt>
              <c:pt idx="2">
                <c:v>+ MobileNet</c:v>
              </c:pt>
              <c:pt idx="3">
                <c:v>+ EfficientNet</c:v>
              </c:pt>
            </c:strLit>
          </c:cat>
          <c:val>
            <c:numLit>
              <c:formatCode>General</c:formatCode>
              <c:ptCount val="4"/>
              <c:pt idx="0">
                <c:v>39</c:v>
              </c:pt>
              <c:pt idx="1">
                <c:v>21</c:v>
              </c:pt>
              <c:pt idx="2">
                <c:v>9</c:v>
              </c:pt>
              <c:pt idx="3">
                <c:v>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8EB-41F3-9D74-4D12E35974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vi-V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725">
              <a:latin typeface="Arial"/>
              <a:ea typeface="Arial"/>
              <a:cs typeface="Arial"/>
            </a:defRPr>
          </a:pPr>
          <a:endParaRPr lang="vi-VN"/>
        </a:p>
      </c:txPr>
    </c:legend>
    <c:plotVisOnly val="1"/>
    <c:dispBlanksAs val="zero"/>
    <c:showDLblsOverMax val="1"/>
  </c:chart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3510E-2DD8-44D2-8140-5CCCAF97B4E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54B8A-DE42-4955-AB74-C41E4CB4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6T08:09:59.51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1177 905,'0'-1,"0"0,0-1,0 1,0 0,0 0,1-1,-1 1,0 0,1 0,-1 0,1 0,0-1,-1 1,1 0,0 0,0 0,0 0,-1 0,1 1,0-1,0 0,2-1,32-28,59-38,-75 55,69-44,2 3,110-47,214-53,-117 70,522-76,-404 110,84-12,-326 29,-146 23,-29 8,-10 3,-135 40,-177 54,-149 40,-104 32,-1278 342,1358-378,156-31,321-94,-1 2,1 0,1 1,-28 17,47-26,-1 0,1 0,0 0,-1 1,1-1,0 0,-1 0,1 1,0-1,0 0,-1 1,1-1,0 0,0 1,-1-1,1 0,0 1,0-1,0 0,0 1,0-1,-1 1,1-1,0 0,0 1,0-1,0 1,0-1,0 1,0-1,1 0,-1 1,0-1,0 1,0-1,0 0,0 1,1-1,-1 0,0 1,0-1,0 0,1 1,-1-1,0 0,1 1,-1-1,0 0,1 0,-1 1,0-1,1 0,-1 0,0 0,1 0,-1 0,1 1,-1-1,0 0,1 0,-1 0,1 0,0 0,11 2,0-1,1 0,-1 0,19-2,257-24,155-17,1533-85,-1664 115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6T08:09:59.87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6T08:10:00.13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6T08:10:05.14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1 236,'13'-12,"17"-5,29-6,69-19,71-1,79 6,62 10,59 9,50 7,21 6,-6 4,-62 2,-80 1,-108 0,-135 0,-81-1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6T08:10:05.45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6T08:10:05.72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8:10:18.3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ED40D3-4564-40BF-B8A4-5D7EEBD71B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36BE8-C6B9-419E-9D56-FD3E701AF1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tội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chật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xã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2024 – 2025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110k </a:t>
            </a:r>
            <a:r>
              <a:rPr lang="en-US" dirty="0" err="1"/>
              <a:t>vụ</a:t>
            </a:r>
            <a:r>
              <a:rPr lang="en-US" dirty="0"/>
              <a:t> vi </a:t>
            </a:r>
            <a:r>
              <a:rPr lang="en-US" dirty="0" err="1"/>
              <a:t>phạm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trật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xã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. Trong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ạo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30 – 32% (</a:t>
            </a:r>
            <a:r>
              <a:rPr lang="en-US" dirty="0" err="1"/>
              <a:t>khoảng</a:t>
            </a:r>
            <a:r>
              <a:rPr lang="en-US" dirty="0"/>
              <a:t> 20k </a:t>
            </a:r>
            <a:r>
              <a:rPr lang="en-US" dirty="0" err="1"/>
              <a:t>vụ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bạo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an </a:t>
            </a:r>
            <a:r>
              <a:rPr lang="en-US" dirty="0" err="1"/>
              <a:t>ninh</a:t>
            </a:r>
            <a:r>
              <a:rPr lang="en-US" dirty="0"/>
              <a:t> </a:t>
            </a:r>
            <a:r>
              <a:rPr lang="en-US" dirty="0" err="1"/>
              <a:t>xã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tuệ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36BE8-C6B9-419E-9D56-FD3E701AF1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19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747D0-C214-07D6-2740-B9EAD5DBA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A3E852F9-482C-4603-B325-EEC6C2B22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DFFF13D4-28C0-6974-C234-44C26AF85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bao </a:t>
            </a:r>
            <a:r>
              <a:rPr lang="en-US" b="1" dirty="0" err="1"/>
              <a:t>gồm</a:t>
            </a:r>
            <a:r>
              <a:rPr lang="en-US" b="1" dirty="0"/>
              <a:t> 2 </a:t>
            </a:r>
            <a:r>
              <a:rPr lang="en-US" b="1" dirty="0" err="1"/>
              <a:t>nhãn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r>
              <a:rPr lang="en-US" b="1" dirty="0"/>
              <a:t> </a:t>
            </a:r>
            <a:r>
              <a:rPr lang="en-US" b="1" dirty="0" err="1"/>
              <a:t>gồm</a:t>
            </a:r>
            <a:r>
              <a:rPr lang="en-US" b="1" dirty="0"/>
              <a:t> violence – </a:t>
            </a:r>
            <a:r>
              <a:rPr lang="en-US" b="1" dirty="0" err="1"/>
              <a:t>và</a:t>
            </a:r>
            <a:r>
              <a:rPr lang="en-US" b="1" dirty="0"/>
              <a:t> non-violence </a:t>
            </a:r>
            <a:r>
              <a:rPr lang="en-US" b="1" dirty="0" err="1"/>
              <a:t>đã</a:t>
            </a:r>
            <a:r>
              <a:rPr lang="en-US" b="1" dirty="0"/>
              <a:t> </a:t>
            </a:r>
            <a:r>
              <a:rPr lang="en-US" b="1" dirty="0" err="1"/>
              <a:t>được</a:t>
            </a:r>
            <a:r>
              <a:rPr lang="en-US" b="1" dirty="0"/>
              <a:t> detect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r>
              <a:rPr lang="en-US" b="1" dirty="0"/>
              <a:t> </a:t>
            </a:r>
            <a:r>
              <a:rPr lang="en-US" b="1" dirty="0" err="1"/>
              <a:t>đánh</a:t>
            </a:r>
            <a:r>
              <a:rPr lang="en-US" b="1" dirty="0"/>
              <a:t> </a:t>
            </a:r>
            <a:r>
              <a:rPr lang="en-US" b="1" dirty="0" err="1"/>
              <a:t>nhau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đánh</a:t>
            </a:r>
            <a:r>
              <a:rPr lang="en-US" b="1" dirty="0"/>
              <a:t> </a:t>
            </a:r>
            <a:r>
              <a:rPr lang="en-US" b="1" dirty="0" err="1"/>
              <a:t>nhau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frame video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liên</a:t>
            </a:r>
            <a:r>
              <a:rPr lang="en-US" b="1" dirty="0"/>
              <a:t> </a:t>
            </a:r>
            <a:r>
              <a:rPr lang="en-US" b="1" dirty="0" err="1"/>
              <a:t>tục</a:t>
            </a:r>
            <a:r>
              <a:rPr lang="en-US" b="1" dirty="0"/>
              <a:t> </a:t>
            </a:r>
            <a:r>
              <a:rPr lang="en-US" b="1" dirty="0" err="1"/>
              <a:t>được</a:t>
            </a:r>
            <a:r>
              <a:rPr lang="en-US" b="1" dirty="0"/>
              <a:t> </a:t>
            </a:r>
            <a:r>
              <a:rPr lang="en-US" b="1" dirty="0" err="1"/>
              <a:t>cắt</a:t>
            </a:r>
            <a:r>
              <a:rPr lang="en-US" b="1" dirty="0"/>
              <a:t> </a:t>
            </a:r>
            <a:r>
              <a:rPr lang="en-US" b="1" dirty="0" err="1"/>
              <a:t>ra</a:t>
            </a:r>
            <a:r>
              <a:rPr lang="en-US" b="1" dirty="0"/>
              <a:t> </a:t>
            </a:r>
            <a:r>
              <a:rPr lang="en-US" b="1" dirty="0" err="1"/>
              <a:t>từ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video </a:t>
            </a:r>
            <a:r>
              <a:rPr lang="en-US" b="1" dirty="0" err="1"/>
              <a:t>bạo</a:t>
            </a:r>
            <a:r>
              <a:rPr lang="en-US" b="1" dirty="0"/>
              <a:t> </a:t>
            </a:r>
            <a:r>
              <a:rPr lang="en-US" b="1" dirty="0" err="1"/>
              <a:t>lực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endParaRPr lang="vi-VN" dirty="0"/>
          </a:p>
          <a:p>
            <a:endParaRPr lang="vi-VN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A3765DD-7AEE-02D5-4A3C-B06CC66ED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36BE8-C6B9-419E-9D56-FD3E701AF1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16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8263-0BB9-5AB3-CC54-B8DB96D8D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20B072F9-CE47-A011-9929-FA293B491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A6141162-72E0-A8F0-9BD1-D70223B1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padding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r>
              <a:rPr lang="en-US" dirty="0"/>
              <a:t>Data argument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lật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sắc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,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endParaRPr lang="vi-VN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65E71D7-6442-F2F7-3FE5-D07A6D285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36BE8-C6B9-419E-9D56-FD3E701AF11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71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Ở tập </a:t>
            </a:r>
            <a:r>
              <a:rPr lang="vi-VN" dirty="0" err="1"/>
              <a:t>train</a:t>
            </a:r>
            <a:r>
              <a:rPr lang="vi-VN" dirty="0"/>
              <a:t>, có </a:t>
            </a:r>
            <a:r>
              <a:rPr lang="vi-VN" b="1" dirty="0"/>
              <a:t>64.184 </a:t>
            </a:r>
            <a:r>
              <a:rPr lang="vi-VN" b="1" dirty="0" err="1"/>
              <a:t>box</a:t>
            </a:r>
            <a:r>
              <a:rPr lang="vi-VN" b="1" dirty="0"/>
              <a:t> </a:t>
            </a:r>
            <a:r>
              <a:rPr lang="vi-VN" b="1" dirty="0" err="1"/>
              <a:t>NonViolence</a:t>
            </a:r>
            <a:r>
              <a:rPr lang="vi-VN" b="1" dirty="0"/>
              <a:t> và 28.934 </a:t>
            </a:r>
            <a:r>
              <a:rPr lang="vi-VN" b="1" dirty="0" err="1"/>
              <a:t>box</a:t>
            </a:r>
            <a:r>
              <a:rPr lang="vi-VN" b="1" dirty="0"/>
              <a:t> </a:t>
            </a:r>
            <a:r>
              <a:rPr lang="vi-VN" b="1" dirty="0" err="1"/>
              <a:t>Violence</a:t>
            </a:r>
            <a:r>
              <a:rPr lang="vi-VN" dirty="0"/>
              <a:t>, chênh lệch khoảng </a:t>
            </a:r>
            <a:r>
              <a:rPr lang="vi-VN" b="1" dirty="0"/>
              <a:t>2,22 lần</a:t>
            </a:r>
            <a:r>
              <a:rPr lang="vi-VN" dirty="0"/>
              <a:t>. Cả </a:t>
            </a:r>
            <a:r>
              <a:rPr lang="vi-VN" dirty="0" err="1"/>
              <a:t>validation</a:t>
            </a:r>
            <a:r>
              <a:rPr lang="vi-VN" dirty="0"/>
              <a:t> và </a:t>
            </a:r>
            <a:r>
              <a:rPr lang="vi-VN" dirty="0" err="1"/>
              <a:t>test</a:t>
            </a:r>
            <a:r>
              <a:rPr lang="vi-VN" dirty="0"/>
              <a:t> cũng có nhiều </a:t>
            </a:r>
            <a:r>
              <a:rPr lang="vi-VN" dirty="0" err="1"/>
              <a:t>box</a:t>
            </a:r>
            <a:r>
              <a:rPr lang="vi-VN" dirty="0"/>
              <a:t> </a:t>
            </a:r>
            <a:r>
              <a:rPr lang="vi-VN" dirty="0" err="1"/>
              <a:t>NonViolence</a:t>
            </a:r>
            <a:r>
              <a:rPr lang="vi-VN" dirty="0"/>
              <a:t> hơn. Vì vậy, cần theo dõi khả năng phát hiện lớp </a:t>
            </a:r>
            <a:r>
              <a:rPr lang="vi-VN" dirty="0" err="1"/>
              <a:t>Violence</a:t>
            </a:r>
            <a:r>
              <a:rPr lang="vi-VN" dirty="0"/>
              <a:t> thay vì chỉ nhìn kết quả tổng thể</a:t>
            </a:r>
            <a:r>
              <a:rPr lang="en-US" dirty="0"/>
              <a:t> </a:t>
            </a:r>
          </a:p>
          <a:p>
            <a:r>
              <a:rPr lang="vi-VN" dirty="0"/>
              <a:t>theo dõi </a:t>
            </a:r>
            <a:r>
              <a:rPr lang="vi-VN" dirty="0" err="1"/>
              <a:t>Precision</a:t>
            </a:r>
            <a:r>
              <a:rPr lang="vi-VN" dirty="0"/>
              <a:t>, </a:t>
            </a:r>
            <a:r>
              <a:rPr lang="vi-VN" dirty="0" err="1"/>
              <a:t>Recall</a:t>
            </a:r>
            <a:r>
              <a:rPr lang="vi-VN" dirty="0"/>
              <a:t> và F1 của lớp </a:t>
            </a:r>
            <a:r>
              <a:rPr lang="vi-VN" dirty="0" err="1"/>
              <a:t>Violence</a:t>
            </a:r>
            <a:r>
              <a:rPr lang="vi-VN" dirty="0"/>
              <a:t> để kiểm tra bỏ sót;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36BE8-C6B9-419E-9D56-FD3E701AF11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90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3B527-65DB-D1AA-EA22-B68FEDCFC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C6C5E096-D34C-3C9D-699E-5D785507A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49C06C2C-E5B3-C9B0-3115-625C41041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Ở mức ảnh, tập </a:t>
            </a:r>
            <a:r>
              <a:rPr lang="vi-VN" dirty="0" err="1"/>
              <a:t>train</a:t>
            </a:r>
            <a:r>
              <a:rPr lang="vi-VN" dirty="0"/>
              <a:t> có </a:t>
            </a:r>
            <a:r>
              <a:rPr lang="vi-VN" b="1" dirty="0"/>
              <a:t>20.025 ảnh chứa bạo lực và 5.988 ảnh không bạo lực</a:t>
            </a:r>
            <a:r>
              <a:rPr lang="vi-VN" dirty="0"/>
              <a:t>, tức khoảng </a:t>
            </a:r>
            <a:r>
              <a:rPr lang="vi-VN" b="1" dirty="0"/>
              <a:t>77% ảnh có bạo lực</a:t>
            </a:r>
            <a:r>
              <a:rPr lang="vi-VN" dirty="0"/>
              <a:t>. Một ảnh chỉ cần chứa một </a:t>
            </a:r>
            <a:r>
              <a:rPr lang="vi-VN" dirty="0" err="1"/>
              <a:t>box</a:t>
            </a:r>
            <a:r>
              <a:rPr lang="vi-VN" dirty="0"/>
              <a:t> </a:t>
            </a:r>
            <a:r>
              <a:rPr lang="vi-VN" dirty="0" err="1"/>
              <a:t>Violence</a:t>
            </a:r>
            <a:r>
              <a:rPr lang="vi-VN" dirty="0"/>
              <a:t> là được tính vào nhóm có bạo lực, dù có nhiều </a:t>
            </a:r>
            <a:r>
              <a:rPr lang="vi-VN" dirty="0" err="1"/>
              <a:t>box</a:t>
            </a:r>
            <a:r>
              <a:rPr lang="vi-VN" dirty="0"/>
              <a:t> </a:t>
            </a:r>
            <a:r>
              <a:rPr lang="vi-VN" dirty="0" err="1"/>
              <a:t>NonViolence</a:t>
            </a:r>
            <a:r>
              <a:rPr lang="vi-VN" dirty="0"/>
              <a:t> khác. Điều này giải thích vì sao tỷ lệ ở mức ảnh ngược với mức </a:t>
            </a:r>
            <a:r>
              <a:rPr lang="vi-VN" dirty="0" err="1"/>
              <a:t>box</a:t>
            </a:r>
            <a:r>
              <a:rPr lang="vi-VN" dirty="0"/>
              <a:t>.</a:t>
            </a:r>
            <a:r>
              <a:rPr lang="en-US" dirty="0"/>
              <a:t> </a:t>
            </a:r>
          </a:p>
          <a:p>
            <a:r>
              <a:rPr lang="vi-VN" dirty="0" err="1"/>
              <a:t>Accuracy</a:t>
            </a:r>
            <a:r>
              <a:rPr lang="vi-VN" dirty="0"/>
              <a:t> cao chưa chắc mô hình tốt. Em đánh giá thêm </a:t>
            </a:r>
            <a:r>
              <a:rPr lang="vi-VN" b="1" dirty="0"/>
              <a:t>F1 và ma trận nhầm lẫn</a:t>
            </a:r>
            <a:r>
              <a:rPr lang="vi-VN" dirty="0"/>
              <a:t>, đồng thời chọn ngưỡng trên </a:t>
            </a:r>
            <a:r>
              <a:rPr lang="vi-VN" dirty="0" err="1"/>
              <a:t>validation</a:t>
            </a:r>
            <a:r>
              <a:rPr lang="vi-VN" dirty="0"/>
              <a:t> để cân bằng bỏ sót và báo nhầm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C586A5D-F8F2-BCF1-97BE-351F9F7AE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36BE8-C6B9-419E-9D56-FD3E701AF11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94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287CF-2E84-C836-448D-5EBB344FD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6DF84A35-EAEF-5C1D-57FB-B7877B981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2014FC1F-A577-E7F9-CC98-29773275E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Biểu đồ thể hiện chiều rộng, chiều cao và diện tích </a:t>
            </a:r>
            <a:r>
              <a:rPr lang="vi-VN" dirty="0" err="1"/>
              <a:t>box</a:t>
            </a:r>
            <a:r>
              <a:rPr lang="vi-VN" dirty="0"/>
              <a:t> đã chuẩn hóa theo kích thước ảnh. </a:t>
            </a:r>
            <a:br>
              <a:rPr lang="en-US" dirty="0"/>
            </a:br>
            <a:r>
              <a:rPr lang="vi-VN" dirty="0" err="1"/>
              <a:t>Box</a:t>
            </a:r>
            <a:r>
              <a:rPr lang="vi-VN" dirty="0"/>
              <a:t> </a:t>
            </a:r>
            <a:r>
              <a:rPr lang="vi-VN" dirty="0" err="1"/>
              <a:t>Violence</a:t>
            </a:r>
            <a:r>
              <a:rPr lang="vi-VN" dirty="0"/>
              <a:t> có diện tích trung bình khoảng </a:t>
            </a:r>
            <a:r>
              <a:rPr lang="vi-VN" b="1" dirty="0"/>
              <a:t>10,66% diện tích</a:t>
            </a:r>
            <a:r>
              <a:rPr lang="en-US" b="1" dirty="0"/>
              <a:t> </a:t>
            </a:r>
            <a:r>
              <a:rPr lang="en-US" b="1" dirty="0" err="1"/>
              <a:t>toàn</a:t>
            </a:r>
            <a:r>
              <a:rPr lang="vi-VN" b="1" dirty="0"/>
              <a:t> ảnh</a:t>
            </a:r>
            <a:r>
              <a:rPr lang="vi-VN" dirty="0"/>
              <a:t>, còn </a:t>
            </a:r>
            <a:r>
              <a:rPr lang="vi-VN" dirty="0" err="1"/>
              <a:t>NonViolence</a:t>
            </a:r>
            <a:r>
              <a:rPr lang="vi-VN" dirty="0"/>
              <a:t> khoảng </a:t>
            </a:r>
            <a:r>
              <a:rPr lang="vi-VN" b="1" dirty="0"/>
              <a:t>5,59%</a:t>
            </a:r>
            <a:r>
              <a:rPr lang="vi-VN" dirty="0"/>
              <a:t>, chênh lệch gần </a:t>
            </a:r>
            <a:r>
              <a:rPr lang="vi-VN" b="1" dirty="0"/>
              <a:t>1,9 lần</a:t>
            </a:r>
            <a:r>
              <a:rPr lang="vi-VN" dirty="0"/>
              <a:t>. Dữ liệu cũng có nhiều </a:t>
            </a:r>
            <a:r>
              <a:rPr lang="vi-VN" dirty="0" err="1"/>
              <a:t>box</a:t>
            </a:r>
            <a:r>
              <a:rPr lang="vi-VN" dirty="0"/>
              <a:t> nhỏ, nên cần kiểm tra khả năng phát hiện người ở xa và vùng hành vi nhỏ.</a:t>
            </a:r>
            <a:endParaRPr lang="en-US" dirty="0"/>
          </a:p>
          <a:p>
            <a:pPr lvl="0"/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padding </a:t>
            </a:r>
            <a:r>
              <a:rPr lang="en-US" dirty="0" err="1"/>
              <a:t>để</a:t>
            </a:r>
            <a:r>
              <a:rPr lang="en-US" dirty="0"/>
              <a:t> crop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640x640</a:t>
            </a:r>
            <a:br>
              <a:rPr lang="en-US" dirty="0"/>
            </a:br>
            <a:r>
              <a:rPr lang="vi-VN" b="1" dirty="0"/>
              <a:t>Trục X:</a:t>
            </a:r>
            <a:r>
              <a:rPr lang="vi-VN" dirty="0"/>
              <a:t> diện tích </a:t>
            </a:r>
            <a:r>
              <a:rPr lang="vi-VN" dirty="0" err="1"/>
              <a:t>box</a:t>
            </a:r>
            <a:r>
              <a:rPr lang="vi-VN" dirty="0"/>
              <a:t> chia diện tích ảnh. Càng sang phải → </a:t>
            </a:r>
            <a:r>
              <a:rPr lang="vi-VN" dirty="0" err="1"/>
              <a:t>box</a:t>
            </a:r>
            <a:r>
              <a:rPr lang="vi-VN" dirty="0"/>
              <a:t> càng lớn.</a:t>
            </a:r>
          </a:p>
          <a:p>
            <a:pPr lvl="0"/>
            <a:r>
              <a:rPr lang="vi-VN" b="1" dirty="0"/>
              <a:t>Trục Y:</a:t>
            </a:r>
            <a:r>
              <a:rPr lang="vi-VN" dirty="0"/>
              <a:t> số lượng </a:t>
            </a:r>
            <a:r>
              <a:rPr lang="vi-VN" dirty="0" err="1"/>
              <a:t>box</a:t>
            </a:r>
            <a:r>
              <a:rPr lang="vi-VN" dirty="0"/>
              <a:t> hoặc mật độ phân bố, tùy nhãn trên biểu đồ.</a:t>
            </a:r>
          </a:p>
          <a:p>
            <a:endParaRPr lang="vi-VN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2418A42-1A67-BBC9-90B3-F6AFCF20F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36BE8-C6B9-419E-9D56-FD3E701AF11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56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vi-VN" b="1" dirty="0"/>
              <a:t>Hướng 1:</a:t>
            </a:r>
            <a:r>
              <a:rPr lang="vi-VN" dirty="0"/>
              <a:t> phát hiện trực tiếp, làm cơ sở so sánh.</a:t>
            </a:r>
          </a:p>
          <a:p>
            <a:pPr lvl="0"/>
            <a:r>
              <a:rPr lang="vi-VN" b="1" dirty="0"/>
              <a:t>Hướng 2:</a:t>
            </a:r>
            <a:r>
              <a:rPr lang="vi-VN" dirty="0"/>
              <a:t> tập trung vào nhóm người và ngữ cảnh tương tác, kỳ vọng tăng khả năng nhận diện bạo lực.</a:t>
            </a:r>
          </a:p>
          <a:p>
            <a:pPr lvl="0"/>
            <a:r>
              <a:rPr lang="vi-VN" b="1" dirty="0"/>
              <a:t>So sánh hai hướng:</a:t>
            </a:r>
            <a:r>
              <a:rPr lang="vi-VN" dirty="0"/>
              <a:t> kiểm chứng hiệu quả qua khả năng giảm bỏ sót và hạn chế báo nhầm.</a:t>
            </a:r>
          </a:p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36BE8-C6B9-419E-9D56-FD3E701AF11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64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20F2F-CAF1-7EE4-0F6C-8C29FF1C3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3E5BA403-9B54-FDDB-19BD-DC5F055C0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CF8A88D5-9184-93A2-8E88-5A8096B59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bước chia dữ liệu, tham số </a:t>
            </a:r>
            <a:r>
              <a:rPr lang="vi-V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stratify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b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vi-VN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897A6D7-523A-64C8-3ED2-E3C5791D8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36BE8-C6B9-419E-9D56-FD3E701AF11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0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98DC5-CDFB-5AF0-0F24-01D29F953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C54A156A-D8DE-A936-8E06-1F22DE789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496CE2CD-F670-7774-7195-7D97DA82C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YOLOv8n</a:t>
            </a:r>
            <a:r>
              <a:rPr lang="en-US" b="1" dirty="0"/>
              <a:t>: </a:t>
            </a:r>
            <a:r>
              <a:rPr lang="vi-VN" dirty="0"/>
              <a:t>Kiến trúc </a:t>
            </a:r>
            <a:r>
              <a:rPr lang="vi-VN" dirty="0" err="1"/>
              <a:t>anchor-free</a:t>
            </a:r>
            <a:r>
              <a:rPr lang="vi-VN" dirty="0"/>
              <a:t> và đầu dự đoán tách phân loại–định vị có thể phù hợp hơn với dữ liệu này, giúp cân bằng hai nhiệm vụ.</a:t>
            </a:r>
          </a:p>
          <a:p>
            <a:r>
              <a:rPr lang="vi-VN" b="1" dirty="0"/>
              <a:t>EfficientDet-D0</a:t>
            </a:r>
            <a:r>
              <a:rPr lang="en-US" b="1" dirty="0"/>
              <a:t>: </a:t>
            </a:r>
            <a:r>
              <a:rPr lang="vi-VN" dirty="0"/>
              <a:t>Dùng </a:t>
            </a:r>
            <a:r>
              <a:rPr lang="vi-VN" dirty="0" err="1"/>
              <a:t>anchor</a:t>
            </a:r>
            <a:r>
              <a:rPr lang="vi-VN" dirty="0"/>
              <a:t>; mức phù hợp giữa </a:t>
            </a:r>
            <a:r>
              <a:rPr lang="vi-VN" dirty="0" err="1"/>
              <a:t>anchor</a:t>
            </a:r>
            <a:r>
              <a:rPr lang="vi-VN" dirty="0"/>
              <a:t> và kích thước </a:t>
            </a:r>
            <a:r>
              <a:rPr lang="vi-VN" dirty="0" err="1"/>
              <a:t>box</a:t>
            </a:r>
            <a:r>
              <a:rPr lang="vi-VN" dirty="0"/>
              <a:t> có thể ảnh hưởng kết quả định vị.</a:t>
            </a:r>
          </a:p>
          <a:p>
            <a:r>
              <a:rPr lang="vi-VN" b="1" dirty="0"/>
              <a:t>Hai </a:t>
            </a:r>
            <a:r>
              <a:rPr lang="vi-VN" b="1" dirty="0" err="1"/>
              <a:t>pipeline</a:t>
            </a:r>
            <a:r>
              <a:rPr lang="en-US" b="1" dirty="0"/>
              <a:t>: </a:t>
            </a:r>
            <a:r>
              <a:rPr lang="vi-VN" dirty="0"/>
              <a:t>Phụ thuộc nối tiếp vào phát hiện người, gom nhóm và phân loại </a:t>
            </a:r>
            <a:r>
              <a:rPr lang="vi-VN" dirty="0" err="1"/>
              <a:t>crop</a:t>
            </a:r>
            <a:r>
              <a:rPr lang="vi-VN" dirty="0"/>
              <a:t>. Lỗi ở bước đầu có thể truyền sang bước sau; lấy điểm </a:t>
            </a:r>
            <a:r>
              <a:rPr lang="vi-VN" dirty="0" err="1"/>
              <a:t>crop</a:t>
            </a:r>
            <a:r>
              <a:rPr lang="vi-VN" dirty="0"/>
              <a:t> lớn nhất cũng dễ tăng báo nhầm.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FD332E9-58AF-5F7D-32EF-5BAB2ABF9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36BE8-C6B9-419E-9D56-FD3E701AF11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25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8B05D-B51E-51F5-7D09-B276B42A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3CFF49BF-E747-51A2-8FB0-A1631042E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BB1ED4D9-772E-9F00-F4A7-A4701C8C1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vi-VN" b="1" dirty="0"/>
              <a:t>YOLOv8n:</a:t>
            </a:r>
            <a:r>
              <a:rPr lang="vi-VN" dirty="0"/>
              <a:t> báo nhầm </a:t>
            </a:r>
            <a:r>
              <a:rPr lang="vi-VN" b="1" dirty="0"/>
              <a:t>67 ảnh</a:t>
            </a:r>
            <a:r>
              <a:rPr lang="vi-VN" dirty="0"/>
              <a:t>, bỏ sót </a:t>
            </a:r>
            <a:r>
              <a:rPr lang="vi-VN" b="1" dirty="0"/>
              <a:t>39 ảnh</a:t>
            </a:r>
            <a:r>
              <a:rPr lang="vi-VN" dirty="0"/>
              <a:t> — cân bằng tốt nhất trong các phương án.</a:t>
            </a:r>
          </a:p>
          <a:p>
            <a:pPr lvl="0"/>
            <a:r>
              <a:rPr lang="vi-VN" b="1" dirty="0" err="1"/>
              <a:t>Pipeline</a:t>
            </a:r>
            <a:r>
              <a:rPr lang="vi-VN" b="1" dirty="0"/>
              <a:t> </a:t>
            </a:r>
            <a:r>
              <a:rPr lang="vi-VN" b="1" dirty="0" err="1"/>
              <a:t>EfficientNet</a:t>
            </a:r>
            <a:r>
              <a:rPr lang="vi-VN" b="1" dirty="0"/>
              <a:t>:</a:t>
            </a:r>
            <a:r>
              <a:rPr lang="vi-VN" dirty="0"/>
              <a:t> chỉ bỏ sót </a:t>
            </a:r>
            <a:r>
              <a:rPr lang="vi-VN" b="1" dirty="0"/>
              <a:t>6 ảnh</a:t>
            </a:r>
            <a:r>
              <a:rPr lang="vi-VN" dirty="0"/>
              <a:t>, nhưng báo nhầm </a:t>
            </a:r>
            <a:r>
              <a:rPr lang="vi-VN" b="1" dirty="0"/>
              <a:t>153/171 ảnh bình thường</a:t>
            </a:r>
            <a:r>
              <a:rPr lang="vi-VN" dirty="0"/>
              <a:t>.</a:t>
            </a:r>
          </a:p>
          <a:p>
            <a:pPr lvl="0"/>
            <a:r>
              <a:rPr lang="vi-VN" b="1" dirty="0"/>
              <a:t>Ý chính:</a:t>
            </a:r>
            <a:r>
              <a:rPr lang="vi-VN" dirty="0"/>
              <a:t> giảm bỏ sót phải đánh đổi với tăng cảnh báo giả; </a:t>
            </a:r>
            <a:r>
              <a:rPr lang="vi-VN" b="1" dirty="0" err="1"/>
              <a:t>Recall</a:t>
            </a:r>
            <a:r>
              <a:rPr lang="vi-VN" b="1" dirty="0"/>
              <a:t> cao chưa đủ để chọn mô hình</a:t>
            </a:r>
            <a:r>
              <a:rPr lang="vi-VN" dirty="0"/>
              <a:t>.</a:t>
            </a:r>
          </a:p>
          <a:p>
            <a:pPr lvl="0"/>
            <a:r>
              <a:rPr lang="vi-VN" b="1" dirty="0"/>
              <a:t>Lựa chọn </a:t>
            </a:r>
            <a:r>
              <a:rPr lang="vi-VN" b="1" dirty="0" err="1"/>
              <a:t>demo</a:t>
            </a:r>
            <a:r>
              <a:rPr lang="vi-VN" b="1"/>
              <a:t>:</a:t>
            </a:r>
            <a:r>
              <a:rPr lang="vi-VN"/>
              <a:t> ưu tiên YOLOv8n vì báo nhầm ít hơn, dù vẫn còn bỏ sót</a:t>
            </a:r>
          </a:p>
          <a:p>
            <a:endParaRPr lang="vi-VN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4279F0C-C209-92E3-1540-9A73C48EE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36BE8-C6B9-419E-9D56-FD3E701AF11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03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iaBa-UTE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09" y="331948"/>
            <a:ext cx="6464263" cy="699342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RU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09" y="331948"/>
            <a:ext cx="6464263" cy="699342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HOA CƠ KH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5" y="329805"/>
            <a:ext cx="6048819" cy="8310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HOA CKD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2" y="329805"/>
            <a:ext cx="6048826" cy="831026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N May &amp;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5" y="329805"/>
            <a:ext cx="6048819" cy="831026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N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5" y="329805"/>
            <a:ext cx="6048819" cy="831025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HC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8" y="329805"/>
            <a:ext cx="6048812" cy="831025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Đ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8" y="329805"/>
            <a:ext cx="6048812" cy="831024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NHH &amp;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8" y="334428"/>
            <a:ext cx="6048812" cy="821778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3289" y="334428"/>
            <a:ext cx="5988589" cy="821778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831" y="334428"/>
            <a:ext cx="5981505" cy="821778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P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831" y="334833"/>
            <a:ext cx="5981505" cy="820967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L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9782" y="334833"/>
            <a:ext cx="5975602" cy="820967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DTC&amp;Q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9782" y="338765"/>
            <a:ext cx="5975602" cy="813102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9" y="0"/>
            <a:ext cx="12189542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19" y="1"/>
            <a:ext cx="9619238" cy="68103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819" y="775504"/>
            <a:ext cx="11771791" cy="5401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0819" y="6334918"/>
            <a:ext cx="2743200" cy="365125"/>
          </a:xfrm>
        </p:spPr>
        <p:txBody>
          <a:bodyPr/>
          <a:lstStyle/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4909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38569" y="6414022"/>
            <a:ext cx="2743200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9" y="0"/>
            <a:ext cx="12189542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19" y="1"/>
            <a:ext cx="9619238" cy="68103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819" y="775504"/>
            <a:ext cx="11771791" cy="5401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0819" y="6334918"/>
            <a:ext cx="2743200" cy="365125"/>
          </a:xfrm>
        </p:spPr>
        <p:txBody>
          <a:bodyPr/>
          <a:lstStyle/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4909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38569" y="6414022"/>
            <a:ext cx="2743200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erson holding a card with a bouquet of flowers&#10;&#10;Description automatically generated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77" y="707671"/>
            <a:ext cx="12189541" cy="61500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5562600" y="-212634"/>
            <a:ext cx="9723120" cy="6568984"/>
            <a:chOff x="5765711" y="766150"/>
            <a:chExt cx="6803076" cy="4596189"/>
          </a:xfrm>
        </p:grpSpPr>
        <p:sp>
          <p:nvSpPr>
            <p:cNvPr id="6" name="Rectangle 5"/>
            <p:cNvSpPr/>
            <p:nvPr userDrawn="1"/>
          </p:nvSpPr>
          <p:spPr>
            <a:xfrm rot="2700000">
              <a:off x="5765711" y="1908218"/>
              <a:ext cx="384721" cy="384721"/>
            </a:xfrm>
            <a:prstGeom prst="rect">
              <a:avLst/>
            </a:prstGeom>
            <a:solidFill>
              <a:srgbClr val="00B0F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 rot="2700000">
              <a:off x="6152172" y="2195720"/>
              <a:ext cx="1737049" cy="1737049"/>
            </a:xfrm>
            <a:prstGeom prst="rect">
              <a:avLst/>
            </a:prstGeom>
            <a:solidFill>
              <a:srgbClr val="00B05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 rot="2700000">
              <a:off x="7310581" y="3251267"/>
              <a:ext cx="1487359" cy="1487359"/>
            </a:xfrm>
            <a:prstGeom prst="rect">
              <a:avLst/>
            </a:prstGeom>
            <a:solidFill>
              <a:srgbClr val="00B0F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" name="Rectangle 4"/>
            <p:cNvSpPr/>
            <p:nvPr userDrawn="1"/>
          </p:nvSpPr>
          <p:spPr>
            <a:xfrm rot="2700000">
              <a:off x="7972598" y="766150"/>
              <a:ext cx="4596189" cy="4596189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 userDrawn="1"/>
          </p:nvSpPr>
          <p:spPr>
            <a:xfrm rot="2700000">
              <a:off x="6728295" y="2190471"/>
              <a:ext cx="1747549" cy="1747549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" name="Rectangle 9"/>
            <p:cNvSpPr/>
            <p:nvPr userDrawn="1"/>
          </p:nvSpPr>
          <p:spPr>
            <a:xfrm rot="2700000">
              <a:off x="6248428" y="4310369"/>
              <a:ext cx="544142" cy="544142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1803" y="1"/>
            <a:ext cx="9028253" cy="681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75504"/>
            <a:ext cx="10515600" cy="540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02975-B289-4314-8493-37304AB31C4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customXml" Target="../ink/ink4.xml"/><Relationship Id="rId12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.xml"/><Relationship Id="rId11" Type="http://schemas.openxmlformats.org/officeDocument/2006/relationships/customXml" Target="../ink/ink7.xml"/><Relationship Id="rId5" Type="http://schemas.openxmlformats.org/officeDocument/2006/relationships/image" Target="../media/image18.png"/><Relationship Id="rId10" Type="http://schemas.openxmlformats.org/officeDocument/2006/relationships/customXml" Target="../ink/ink6.xml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1297" y="2135371"/>
            <a:ext cx="6769735" cy="193675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sâu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bạo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1297" y="4552914"/>
            <a:ext cx="6620386" cy="1655762"/>
          </a:xfrm>
        </p:spPr>
        <p:txBody>
          <a:bodyPr>
            <a:normAutofit/>
          </a:bodyPr>
          <a:lstStyle/>
          <a:p>
            <a:pPr algn="l"/>
            <a:r>
              <a:rPr lang="vi-VN" dirty="0"/>
              <a:t>Sinh viên thực hiện: Nguyễn Minh Hiếu</a:t>
            </a:r>
          </a:p>
          <a:p>
            <a:pPr algn="l"/>
            <a:r>
              <a:rPr lang="vi-VN" dirty="0"/>
              <a:t>Mã sinh viên: 12423049</a:t>
            </a:r>
          </a:p>
          <a:p>
            <a:pPr algn="l"/>
            <a:r>
              <a:rPr lang="vi-VN" dirty="0"/>
              <a:t>GV h</a:t>
            </a:r>
            <a:r>
              <a:rPr lang="en-US" dirty="0"/>
              <a:t>ư</a:t>
            </a:r>
            <a:r>
              <a:rPr lang="vi-VN" dirty="0" err="1"/>
              <a:t>ớng</a:t>
            </a:r>
            <a:r>
              <a:rPr lang="vi-VN" dirty="0"/>
              <a:t> dẫn: </a:t>
            </a:r>
            <a:r>
              <a:rPr lang="en-US" dirty="0"/>
              <a:t>PGS. </a:t>
            </a:r>
            <a:r>
              <a:rPr lang="vi-VN" dirty="0"/>
              <a:t>T</a:t>
            </a:r>
            <a:r>
              <a:rPr lang="en-US" dirty="0"/>
              <a:t>S</a:t>
            </a:r>
            <a:r>
              <a:rPr lang="vi-VN" dirty="0"/>
              <a:t>. Nguyễn Minh Tiến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A34E9CC7-F103-A126-E745-EF211257D840}"/>
                  </a:ext>
                </a:extLst>
              </p14:cNvPr>
              <p14:cNvContentPartPr/>
              <p14:nvPr/>
            </p14:nvContentPartPr>
            <p14:xfrm>
              <a:off x="9089269" y="766042"/>
              <a:ext cx="1569960" cy="453600"/>
            </p14:xfrm>
          </p:contentPart>
        </mc:Choice>
        <mc:Fallback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A34E9CC7-F103-A126-E745-EF211257D8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99269" y="586402"/>
                <a:ext cx="1749600" cy="8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BEAB8EE4-6ECA-A191-1062-2605F7DDA0F6}"/>
                  </a:ext>
                </a:extLst>
              </p14:cNvPr>
              <p14:cNvContentPartPr/>
              <p14:nvPr/>
            </p14:nvContentPartPr>
            <p14:xfrm>
              <a:off x="10031029" y="1173562"/>
              <a:ext cx="360" cy="360"/>
            </p14:xfrm>
          </p:contentPart>
        </mc:Choice>
        <mc:Fallback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BEAB8EE4-6ECA-A191-1062-2605F7DDA0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41389" y="99392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Viết tay 5">
                <a:extLst>
                  <a:ext uri="{FF2B5EF4-FFF2-40B4-BE49-F238E27FC236}">
                    <a16:creationId xmlns:a16="http://schemas.microsoft.com/office/drawing/2014/main" id="{62B2A5F5-E184-A9A2-B08B-1740EBE15B87}"/>
                  </a:ext>
                </a:extLst>
              </p14:cNvPr>
              <p14:cNvContentPartPr/>
              <p14:nvPr/>
            </p14:nvContentPartPr>
            <p14:xfrm>
              <a:off x="10031029" y="1173562"/>
              <a:ext cx="360" cy="360"/>
            </p14:xfrm>
          </p:contentPart>
        </mc:Choice>
        <mc:Fallback>
          <p:pic>
            <p:nvPicPr>
              <p:cNvPr id="6" name="Viết tay 5">
                <a:extLst>
                  <a:ext uri="{FF2B5EF4-FFF2-40B4-BE49-F238E27FC236}">
                    <a16:creationId xmlns:a16="http://schemas.microsoft.com/office/drawing/2014/main" id="{62B2A5F5-E184-A9A2-B08B-1740EBE15B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41389" y="99392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Viết tay 6">
                <a:extLst>
                  <a:ext uri="{FF2B5EF4-FFF2-40B4-BE49-F238E27FC236}">
                    <a16:creationId xmlns:a16="http://schemas.microsoft.com/office/drawing/2014/main" id="{29CF1BA1-74B6-F18C-D7D8-58413EA1C641}"/>
                  </a:ext>
                </a:extLst>
              </p14:cNvPr>
              <p14:cNvContentPartPr/>
              <p14:nvPr/>
            </p14:nvContentPartPr>
            <p14:xfrm>
              <a:off x="9539629" y="679282"/>
              <a:ext cx="1385280" cy="85320"/>
            </p14:xfrm>
          </p:contentPart>
        </mc:Choice>
        <mc:Fallback>
          <p:pic>
            <p:nvPicPr>
              <p:cNvPr id="7" name="Viết tay 6">
                <a:extLst>
                  <a:ext uri="{FF2B5EF4-FFF2-40B4-BE49-F238E27FC236}">
                    <a16:creationId xmlns:a16="http://schemas.microsoft.com/office/drawing/2014/main" id="{29CF1BA1-74B6-F18C-D7D8-58413EA1C64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49989" y="499282"/>
                <a:ext cx="156492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Viết tay 7">
                <a:extLst>
                  <a:ext uri="{FF2B5EF4-FFF2-40B4-BE49-F238E27FC236}">
                    <a16:creationId xmlns:a16="http://schemas.microsoft.com/office/drawing/2014/main" id="{5DEC5937-5E2B-21E9-686E-1C32F8AF546E}"/>
                  </a:ext>
                </a:extLst>
              </p14:cNvPr>
              <p14:cNvContentPartPr/>
              <p14:nvPr/>
            </p14:nvContentPartPr>
            <p14:xfrm>
              <a:off x="10208509" y="982762"/>
              <a:ext cx="360" cy="360"/>
            </p14:xfrm>
          </p:contentPart>
        </mc:Choice>
        <mc:Fallback>
          <p:pic>
            <p:nvPicPr>
              <p:cNvPr id="8" name="Viết tay 7">
                <a:extLst>
                  <a:ext uri="{FF2B5EF4-FFF2-40B4-BE49-F238E27FC236}">
                    <a16:creationId xmlns:a16="http://schemas.microsoft.com/office/drawing/2014/main" id="{5DEC5937-5E2B-21E9-686E-1C32F8AF54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18509" y="80312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Viết tay 8">
                <a:extLst>
                  <a:ext uri="{FF2B5EF4-FFF2-40B4-BE49-F238E27FC236}">
                    <a16:creationId xmlns:a16="http://schemas.microsoft.com/office/drawing/2014/main" id="{869A32C8-0192-B8A6-B276-D0089D707ED9}"/>
                  </a:ext>
                </a:extLst>
              </p14:cNvPr>
              <p14:cNvContentPartPr/>
              <p14:nvPr/>
            </p14:nvContentPartPr>
            <p14:xfrm>
              <a:off x="10208509" y="982762"/>
              <a:ext cx="360" cy="360"/>
            </p14:xfrm>
          </p:contentPart>
        </mc:Choice>
        <mc:Fallback>
          <p:pic>
            <p:nvPicPr>
              <p:cNvPr id="9" name="Viết tay 8">
                <a:extLst>
                  <a:ext uri="{FF2B5EF4-FFF2-40B4-BE49-F238E27FC236}">
                    <a16:creationId xmlns:a16="http://schemas.microsoft.com/office/drawing/2014/main" id="{869A32C8-0192-B8A6-B276-D0089D707E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18509" y="80312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Viết tay 10">
                <a:extLst>
                  <a:ext uri="{FF2B5EF4-FFF2-40B4-BE49-F238E27FC236}">
                    <a16:creationId xmlns:a16="http://schemas.microsoft.com/office/drawing/2014/main" id="{00D6914A-C037-90CF-1F28-E50353BCA367}"/>
                  </a:ext>
                </a:extLst>
              </p14:cNvPr>
              <p14:cNvContentPartPr/>
              <p14:nvPr/>
            </p14:nvContentPartPr>
            <p14:xfrm>
              <a:off x="-1979291" y="4066882"/>
              <a:ext cx="360" cy="360"/>
            </p14:xfrm>
          </p:contentPart>
        </mc:Choice>
        <mc:Fallback>
          <p:pic>
            <p:nvPicPr>
              <p:cNvPr id="11" name="Viết tay 10">
                <a:extLst>
                  <a:ext uri="{FF2B5EF4-FFF2-40B4-BE49-F238E27FC236}">
                    <a16:creationId xmlns:a16="http://schemas.microsoft.com/office/drawing/2014/main" id="{00D6914A-C037-90CF-1F28-E50353BCA36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2041931" y="4003882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2</a:t>
            </a:fld>
            <a:endParaRPr lang="en-US" altLang="en-US" sz="1400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906236" y="144624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236" y="1623200"/>
            <a:ext cx="6104164" cy="3611600"/>
          </a:xfrm>
        </p:spPr>
        <p:txBody>
          <a:bodyPr>
            <a:normAutofit/>
          </a:bodyPr>
          <a:lstStyle/>
          <a:p>
            <a:pPr marL="571500" indent="-571500" algn="just">
              <a:buFont typeface="+mj-lt"/>
              <a:buAutoNum type="romanUcPeriod"/>
              <a:defRPr/>
            </a:pPr>
            <a:r>
              <a:rPr lang="vi-VN" b="1" dirty="0"/>
              <a:t>Mở đầu</a:t>
            </a:r>
            <a:endParaRPr lang="en-US" b="1" dirty="0"/>
          </a:p>
          <a:p>
            <a:pPr marL="571500" indent="-571500" algn="just">
              <a:buFont typeface="+mj-lt"/>
              <a:buAutoNum type="romanUcPeriod"/>
              <a:defRPr/>
            </a:pPr>
            <a:r>
              <a:rPr lang="vi-VN" b="1" dirty="0"/>
              <a:t>Dữ liệu và Tiền xử lý</a:t>
            </a:r>
            <a:endParaRPr lang="en-US" dirty="0"/>
          </a:p>
          <a:p>
            <a:pPr marL="571500" indent="-571500" algn="just">
              <a:buFont typeface="+mj-lt"/>
              <a:buAutoNum type="romanUcPeriod"/>
              <a:defRPr/>
            </a:pPr>
            <a:r>
              <a:rPr lang="en-US" b="1" dirty="0"/>
              <a:t>Phương </a:t>
            </a:r>
            <a:r>
              <a:rPr lang="en-US" b="1" dirty="0" err="1"/>
              <a:t>hướng</a:t>
            </a:r>
            <a:r>
              <a:rPr lang="en-US" b="1" dirty="0"/>
              <a:t> </a:t>
            </a:r>
            <a:r>
              <a:rPr lang="en-US" b="1" dirty="0" err="1"/>
              <a:t>xử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endParaRPr lang="en-US" b="1" dirty="0"/>
          </a:p>
          <a:p>
            <a:pPr marL="571500" indent="-571500" algn="just">
              <a:buFont typeface="+mj-lt"/>
              <a:buAutoNum type="romanUcPeriod"/>
              <a:defRPr/>
            </a:pPr>
            <a:r>
              <a:rPr lang="en-US" b="1" dirty="0" err="1"/>
              <a:t>Huấn</a:t>
            </a:r>
            <a:r>
              <a:rPr lang="en-US" b="1" dirty="0"/>
              <a:t> </a:t>
            </a:r>
            <a:r>
              <a:rPr lang="en-US" b="1" dirty="0" err="1"/>
              <a:t>luyện</a:t>
            </a:r>
            <a:r>
              <a:rPr lang="en-US" b="1" dirty="0"/>
              <a:t> </a:t>
            </a:r>
            <a:r>
              <a:rPr lang="en-US" b="1" dirty="0" err="1"/>
              <a:t>mô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/>
          <p:cNvSpPr txBox="1"/>
          <p:nvPr/>
        </p:nvSpPr>
        <p:spPr>
          <a:xfrm>
            <a:off x="689195" y="2931694"/>
            <a:ext cx="2471100" cy="99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I.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Mở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đầu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4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F6CBD4-A523-9E6A-AAF1-6A4468296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236" y="71769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/>
              <a:t>Lý do </a:t>
            </a:r>
            <a:r>
              <a:rPr lang="en-US" sz="3600" b="1" dirty="0" err="1"/>
              <a:t>chọn</a:t>
            </a:r>
            <a:r>
              <a:rPr lang="en-US" sz="3600" b="1" dirty="0"/>
              <a:t> </a:t>
            </a:r>
            <a:r>
              <a:rPr lang="en-US" sz="3600" b="1" dirty="0" err="1"/>
              <a:t>đề</a:t>
            </a:r>
            <a:r>
              <a:rPr lang="en-US" sz="3600" b="1" dirty="0"/>
              <a:t> </a:t>
            </a:r>
            <a:r>
              <a:rPr lang="en-US" sz="3600" b="1" dirty="0" err="1"/>
              <a:t>tài</a:t>
            </a:r>
            <a:endParaRPr lang="en-US" altLang="en-US" sz="3600" b="1" dirty="0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40C3CA1A-2C75-98CC-E66E-895A3A0EE7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" t="2141" r="932" b="1285"/>
          <a:stretch>
            <a:fillRect/>
          </a:stretch>
        </p:blipFill>
        <p:spPr bwMode="auto">
          <a:xfrm>
            <a:off x="0" y="949005"/>
            <a:ext cx="12192000" cy="53395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8241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948A6-2239-DADF-A7F9-548398A90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8CD11BEB-BCBA-57CF-243B-7D240F6D5D35}"/>
              </a:ext>
            </a:extLst>
          </p:cNvPr>
          <p:cNvSpPr txBox="1"/>
          <p:nvPr/>
        </p:nvSpPr>
        <p:spPr>
          <a:xfrm>
            <a:off x="689194" y="2931694"/>
            <a:ext cx="10909247" cy="99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30000"/>
              </a:lnSpc>
              <a:defRPr/>
            </a:pPr>
            <a:r>
              <a:rPr lang="en-US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en-US" sz="40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40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tiền</a:t>
            </a:r>
            <a:r>
              <a:rPr lang="en-US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149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9ED1E-0E54-5C8B-6C07-94105BCEA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31DF1C38-C0DE-5087-AF81-975D070E1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6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DD6C3D0-057E-8212-C4D9-B7AFC7FDD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236" y="71769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D73F6A-A822-62FA-DC93-5CCFFBA798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6235" y="1924099"/>
            <a:ext cx="10900753" cy="669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vi-VN" dirty="0">
                <a:latin typeface="+mj-lt"/>
              </a:rPr>
              <a:t>Bộ dữ liệu: "</a:t>
            </a:r>
            <a:r>
              <a:rPr lang="vi-VN" dirty="0" err="1">
                <a:latin typeface="+mj-lt"/>
                <a:ea typeface="Arial"/>
                <a:cs typeface="Arial"/>
              </a:rPr>
              <a:t>violence-bblcr</a:t>
            </a:r>
            <a:r>
              <a:rPr lang="vi-VN" dirty="0">
                <a:latin typeface="+mj-lt"/>
                <a:ea typeface="Arial"/>
                <a:cs typeface="Arial"/>
              </a:rPr>
              <a:t> v2</a:t>
            </a:r>
            <a:r>
              <a:rPr lang="vi-VN" dirty="0">
                <a:latin typeface="+mj-lt"/>
              </a:rPr>
              <a:t>" (</a:t>
            </a:r>
            <a:r>
              <a:rPr lang="en-US" dirty="0" err="1"/>
              <a:t>Roboflow</a:t>
            </a:r>
            <a:r>
              <a:rPr lang="vi-VN" dirty="0">
                <a:latin typeface="+mj-lt"/>
              </a:rPr>
              <a:t>)</a:t>
            </a:r>
            <a:endParaRPr kumimoji="0" lang="vi-VN" altLang="vi-VN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graphicFrame>
        <p:nvGraphicFramePr>
          <p:cNvPr id="5" name="Bảng 4">
            <a:extLst>
              <a:ext uri="{FF2B5EF4-FFF2-40B4-BE49-F238E27FC236}">
                <a16:creationId xmlns:a16="http://schemas.microsoft.com/office/drawing/2014/main" id="{B63A6957-655B-4D99-77DC-450A42DE7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14088"/>
              </p:ext>
            </p:extLst>
          </p:nvPr>
        </p:nvGraphicFramePr>
        <p:xfrm>
          <a:off x="906235" y="2701346"/>
          <a:ext cx="10451576" cy="2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5788">
                  <a:extLst>
                    <a:ext uri="{9D8B030D-6E8A-4147-A177-3AD203B41FA5}">
                      <a16:colId xmlns:a16="http://schemas.microsoft.com/office/drawing/2014/main" val="1421627333"/>
                    </a:ext>
                  </a:extLst>
                </a:gridCol>
                <a:gridCol w="5225788">
                  <a:extLst>
                    <a:ext uri="{9D8B030D-6E8A-4147-A177-3AD203B41FA5}">
                      <a16:colId xmlns:a16="http://schemas.microsoft.com/office/drawing/2014/main" val="3843514310"/>
                    </a:ext>
                  </a:extLst>
                </a:gridCol>
              </a:tblGrid>
              <a:tr h="67373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Tập</a:t>
                      </a:r>
                      <a:endParaRPr lang="vi-V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ảnh</a:t>
                      </a:r>
                      <a:endParaRPr lang="vi-V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269272"/>
                  </a:ext>
                </a:extLst>
              </a:tr>
              <a:tr h="67373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</a:t>
                      </a:r>
                      <a:endParaRPr lang="vi-V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26 013</a:t>
                      </a:r>
                      <a:endParaRPr lang="vi-V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4816229"/>
                  </a:ext>
                </a:extLst>
              </a:tr>
              <a:tr h="67373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</a:t>
                      </a:r>
                      <a:endParaRPr lang="vi-V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1.497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6254930"/>
                  </a:ext>
                </a:extLst>
              </a:tr>
              <a:tr h="67373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  <a:endParaRPr lang="vi-V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748</a:t>
                      </a:r>
                      <a:endParaRPr lang="vi-V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72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196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33B63-D1E8-046F-D0B0-227214972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EC24D6A5-0228-CA04-6341-45D88663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7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0794EB2-0151-7358-4584-10563D82D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236" y="71769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Tiền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cường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0701F77D-09CF-5326-AD54-ED07F331D8B8}"/>
              </a:ext>
            </a:extLst>
          </p:cNvPr>
          <p:cNvSpPr txBox="1"/>
          <p:nvPr/>
        </p:nvSpPr>
        <p:spPr>
          <a:xfrm>
            <a:off x="1138989" y="1876926"/>
            <a:ext cx="10234864" cy="260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>
                <a:latin typeface="+mj-lt"/>
              </a:rPr>
              <a:t>Kiểm tra ảnh hỏng, thiếu nhãn, tọa độ </a:t>
            </a:r>
            <a:r>
              <a:rPr lang="vi-VN" sz="2800" dirty="0" err="1">
                <a:latin typeface="+mj-lt"/>
              </a:rPr>
              <a:t>box</a:t>
            </a:r>
            <a:r>
              <a:rPr lang="vi-VN" sz="2800" dirty="0">
                <a:latin typeface="+mj-lt"/>
              </a:rPr>
              <a:t> và ảnh trùng.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>
                <a:latin typeface="+mj-lt"/>
              </a:rPr>
              <a:t>Chuẩn hóa </a:t>
            </a:r>
            <a:r>
              <a:rPr lang="vi-VN" sz="2800" dirty="0" err="1">
                <a:latin typeface="+mj-lt"/>
              </a:rPr>
              <a:t>pixel</a:t>
            </a:r>
            <a:r>
              <a:rPr lang="vi-VN" sz="2800" dirty="0">
                <a:latin typeface="+mj-lt"/>
              </a:rPr>
              <a:t> theo yêu cầu của từng mô hình.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>
                <a:latin typeface="+mj-lt"/>
              </a:rPr>
              <a:t>Tăng cường dữ liệu trên tập </a:t>
            </a:r>
            <a:r>
              <a:rPr lang="vi-VN" sz="2800" dirty="0" err="1">
                <a:latin typeface="+mj-lt"/>
              </a:rPr>
              <a:t>train</a:t>
            </a:r>
            <a:r>
              <a:rPr lang="vi-VN" sz="2800" dirty="0">
                <a:latin typeface="+mj-lt"/>
              </a:rPr>
              <a:t> để tăng sự đa dạng.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 err="1">
                <a:latin typeface="+mj-lt"/>
              </a:rPr>
              <a:t>Validation</a:t>
            </a:r>
            <a:r>
              <a:rPr lang="vi-VN" sz="2800" dirty="0">
                <a:latin typeface="+mj-lt"/>
              </a:rPr>
              <a:t>/</a:t>
            </a:r>
            <a:r>
              <a:rPr lang="vi-VN" sz="2800" dirty="0" err="1">
                <a:latin typeface="+mj-lt"/>
              </a:rPr>
              <a:t>test</a:t>
            </a:r>
            <a:r>
              <a:rPr lang="vi-VN" sz="2800" dirty="0">
                <a:latin typeface="+mj-lt"/>
              </a:rPr>
              <a:t> dùng tiền xử lý nhất quán để đánh giá.</a:t>
            </a:r>
          </a:p>
        </p:txBody>
      </p:sp>
    </p:spTree>
    <p:extLst>
      <p:ext uri="{BB962C8B-B14F-4D97-AF65-F5344CB8AC3E}">
        <p14:creationId xmlns:p14="http://schemas.microsoft.com/office/powerpoint/2010/main" val="3317240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7E2CF8B5-756E-3AD4-3CF1-A374426A775A}"/>
              </a:ext>
            </a:extLst>
          </p:cNvPr>
          <p:cNvGraphicFramePr/>
          <p:nvPr/>
        </p:nvGraphicFramePr>
        <p:xfrm>
          <a:off x="6324600" y="2286000"/>
          <a:ext cx="5219700" cy="276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32E83C56-E685-FA03-F5BF-FB5B99170009}"/>
              </a:ext>
            </a:extLst>
          </p:cNvPr>
          <p:cNvSpPr>
            <a:spLocks noGrp="1"/>
          </p:cNvSpPr>
          <p:nvPr/>
        </p:nvSpPr>
        <p:spPr>
          <a:xfrm>
            <a:off x="895350" y="76200"/>
            <a:ext cx="8239125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EDA</a:t>
            </a:r>
          </a:p>
        </p:txBody>
      </p:sp>
      <p:pic>
        <p:nvPicPr>
          <p:cNvPr id="26" name="Hình ảnh 25">
            <a:extLst>
              <a:ext uri="{FF2B5EF4-FFF2-40B4-BE49-F238E27FC236}">
                <a16:creationId xmlns:a16="http://schemas.microsoft.com/office/drawing/2014/main" id="{6056ED10-3ADC-26D7-426F-1831824D5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938602"/>
            <a:ext cx="8939810" cy="591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830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63879-1F84-510F-D8FC-CB73EF2E5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C5439885-59BE-63BC-7BB3-EFE510D4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9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A0D09B6-5D5B-0607-DCF2-632441603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236" y="71769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C25B7399-A237-90D4-3B1B-FEAD0164E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36" y="907247"/>
            <a:ext cx="8592358" cy="568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5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8956-C6AB-8EAF-EF51-71E4AF5B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0AAED981-B86B-89E4-083F-AE770554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10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F866BF8-8BBF-ABCB-EC98-F6DFA7AAD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236" y="71769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085B7112-67C5-5C43-6D18-B8A788AB2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40" y="1114752"/>
            <a:ext cx="11456720" cy="462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96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6A79B-8339-DE68-81CA-1CF5D1EB9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6EF20E20-A730-D154-735F-CBC7B81105FE}"/>
              </a:ext>
            </a:extLst>
          </p:cNvPr>
          <p:cNvSpPr txBox="1"/>
          <p:nvPr/>
        </p:nvSpPr>
        <p:spPr>
          <a:xfrm>
            <a:off x="689194" y="2931694"/>
            <a:ext cx="10909247" cy="99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III. </a:t>
            </a:r>
            <a:r>
              <a:rPr lang="en-US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Phương </a:t>
            </a:r>
            <a:r>
              <a:rPr lang="en-US" sz="40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068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405BAA5E-F7F6-43C0-7A1D-4F4DE35BA80D}"/>
              </a:ext>
            </a:extLst>
          </p:cNvPr>
          <p:cNvSpPr>
            <a:spLocks noGrp="1"/>
          </p:cNvSpPr>
          <p:nvPr/>
        </p:nvSpPr>
        <p:spPr>
          <a:xfrm>
            <a:off x="895350" y="76200"/>
            <a:ext cx="8239125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9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Phương </a:t>
            </a:r>
            <a:r>
              <a:rPr sz="29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hướng</a:t>
            </a:r>
            <a:endParaRPr sz="29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25FAC8A6-A330-8E07-3AD6-6EF577E36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14" y="1298051"/>
            <a:ext cx="10815571" cy="426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99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BD929-538C-0F48-C355-AD6B9536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AFF17798-FB11-041D-135E-58AB22DC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13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0CBA951-DC6B-C92C-2166-4CBD0ED44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236" y="71769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train</a:t>
            </a:r>
          </a:p>
        </p:txBody>
      </p:sp>
      <p:graphicFrame>
        <p:nvGraphicFramePr>
          <p:cNvPr id="6" name="Bảng 5">
            <a:extLst>
              <a:ext uri="{FF2B5EF4-FFF2-40B4-BE49-F238E27FC236}">
                <a16:creationId xmlns:a16="http://schemas.microsoft.com/office/drawing/2014/main" id="{0C2E7A86-26AD-B6EC-DB16-D69763B279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424061"/>
              </p:ext>
            </p:extLst>
          </p:nvPr>
        </p:nvGraphicFramePr>
        <p:xfrm>
          <a:off x="609600" y="1762125"/>
          <a:ext cx="10972800" cy="247650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2200" b="1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sz="2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200" b="1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hình</a:t>
                      </a:r>
                      <a:endParaRPr sz="2200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152400" marR="114300" marT="114300" marB="1143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Ảnh</a:t>
                      </a:r>
                      <a:r>
                        <a:rPr sz="2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 / batch</a:t>
                      </a:r>
                    </a:p>
                  </a:txBody>
                  <a:tcPr marL="152400" marR="114300" marT="114300" marB="1143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Epoch tối đa</a:t>
                      </a:r>
                    </a:p>
                  </a:txBody>
                  <a:tcPr marL="152400" marR="114300" marT="114300" marB="1143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Patience</a:t>
                      </a:r>
                    </a:p>
                  </a:txBody>
                  <a:tcPr marL="152400" marR="114300" marT="114300" marB="114300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YOLOv8n</a:t>
                      </a: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640 / 16</a:t>
                      </a: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EfficientDet-D0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640 / 16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dirty="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950" dirty="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5</a:t>
                      </a:r>
                      <a:endParaRPr sz="1950" dirty="0">
                        <a:solidFill>
                          <a:srgbClr val="172B23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Hai classifier</a:t>
                      </a: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224 / 64</a:t>
                      </a: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50" dirty="0">
                          <a:solidFill>
                            <a:srgbClr val="172B23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10</a:t>
                      </a:r>
                      <a:endParaRPr sz="1950" dirty="0">
                        <a:solidFill>
                          <a:srgbClr val="172B23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EE89E679-7CCD-BB18-9CFE-A8FC3C6FD0A2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A651"/>
                </a:solidFill>
                <a:latin typeface="Arial"/>
                <a:ea typeface="Arial"/>
                <a:cs typeface="Arial"/>
              </a:rPr>
              <a:t>KỸ THUẬT HUẤN LUYỆN VÀ ĐÁNH GIÁ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A8FA7F91-1AC1-5E77-9A02-3F903E871A56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2B23"/>
                </a:solidFill>
                <a:latin typeface="Arial"/>
                <a:ea typeface="Arial"/>
                <a:cs typeface="Arial"/>
              </a:defRPr>
            </a:pPr>
            <a:r>
              <a:rPr lang="en-US" sz="195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F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reeze 5 epoch</a:t>
            </a:r>
            <a:r>
              <a:rPr lang="en-US"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đầu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, </a:t>
            </a:r>
            <a:r>
              <a:rPr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sau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đó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 unfreeze </a:t>
            </a:r>
            <a:r>
              <a:rPr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với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 LR </a:t>
            </a:r>
            <a:r>
              <a:rPr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nhỏ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53437351-061E-693F-D723-8BDF43F14C10}"/>
              </a:ext>
            </a:extLst>
          </p:cNvPr>
          <p:cNvSpPr>
            <a:spLocks noGrp="1"/>
          </p:cNvSpPr>
          <p:nvPr/>
        </p:nvSpPr>
        <p:spPr>
          <a:xfrm>
            <a:off x="609600" y="54864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2B23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Chọn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ngưỡng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bằng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 F1 </a:t>
            </a:r>
            <a:r>
              <a:rPr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trên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 validation, </a:t>
            </a:r>
            <a:r>
              <a:rPr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giữ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cố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định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B23"/>
                </a:solidFill>
                <a:latin typeface="Arial"/>
                <a:ea typeface="Arial"/>
                <a:cs typeface="Arial"/>
              </a:rPr>
              <a:t>khi</a:t>
            </a:r>
            <a:r>
              <a:rPr sz="1950" b="0" dirty="0">
                <a:solidFill>
                  <a:srgbClr val="172B23"/>
                </a:solidFill>
                <a:latin typeface="Arial"/>
                <a:ea typeface="Arial"/>
                <a:cs typeface="Arial"/>
              </a:rPr>
              <a:t> test.</a:t>
            </a:r>
          </a:p>
        </p:txBody>
      </p:sp>
    </p:spTree>
    <p:extLst>
      <p:ext uri="{BB962C8B-B14F-4D97-AF65-F5344CB8AC3E}">
        <p14:creationId xmlns:p14="http://schemas.microsoft.com/office/powerpoint/2010/main" val="1962595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F3142-471E-4E4E-AC4E-FC312CE1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B5B7A426-FFAA-89EE-F81A-C53A87017D26}"/>
              </a:ext>
            </a:extLst>
          </p:cNvPr>
          <p:cNvSpPr txBox="1"/>
          <p:nvPr/>
        </p:nvSpPr>
        <p:spPr>
          <a:xfrm>
            <a:off x="689194" y="2931694"/>
            <a:ext cx="10909247" cy="99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30000"/>
              </a:lnSpc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IV. HUẤN LUYỆN MÔ HÌNH</a:t>
            </a:r>
            <a:r>
              <a:rPr lang="en-US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VÀ KẾT QUẢ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796312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7BCA0-3740-15BE-5EE8-2F4492706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B363712C-D017-CAD3-F305-4344A8FE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15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F49FF0E-9F87-577B-12F5-6F882C6AD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236" y="71769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endParaRPr lang="en-US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Bảng 3">
            <a:extLst>
              <a:ext uri="{FF2B5EF4-FFF2-40B4-BE49-F238E27FC236}">
                <a16:creationId xmlns:a16="http://schemas.microsoft.com/office/drawing/2014/main" id="{6408ABBF-177D-D626-4414-7C2604C1E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83913"/>
              </p:ext>
            </p:extLst>
          </p:nvPr>
        </p:nvGraphicFramePr>
        <p:xfrm>
          <a:off x="609600" y="1341524"/>
          <a:ext cx="10972800" cy="321945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3890">
                <a:tc>
                  <a:txBody>
                    <a:bodyPr/>
                    <a:lstStyle/>
                    <a:p>
                      <a:r>
                        <a:rPr sz="187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Phương </a:t>
                      </a:r>
                      <a:r>
                        <a:rPr sz="1875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án</a:t>
                      </a:r>
                      <a:endParaRPr sz="1875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52400" marR="114300" marT="114300" marB="1143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152400" marR="114300" marT="114300" marB="1143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152400" marR="114300" marT="114300" marB="1143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152400" marR="114300" marT="114300" marB="1143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152400" marR="114300" marT="114300" marB="114300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YOLOv8n</a:t>
                      </a:r>
                    </a:p>
                  </a:txBody>
                  <a:tcPr marL="152400" marR="114300" marT="114300" marB="114300">
                    <a:solidFill>
                      <a:srgbClr val="DC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85,83</a:t>
                      </a:r>
                    </a:p>
                  </a:txBody>
                  <a:tcPr marL="152400" marR="114300" marT="114300" marB="114300">
                    <a:solidFill>
                      <a:srgbClr val="DC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88,93</a:t>
                      </a:r>
                    </a:p>
                  </a:txBody>
                  <a:tcPr marL="152400" marR="114300" marT="114300" marB="114300">
                    <a:solidFill>
                      <a:srgbClr val="DC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93,24</a:t>
                      </a:r>
                    </a:p>
                  </a:txBody>
                  <a:tcPr marL="152400" marR="114300" marT="114300" marB="114300">
                    <a:solidFill>
                      <a:srgbClr val="DC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91,03</a:t>
                      </a:r>
                    </a:p>
                  </a:txBody>
                  <a:tcPr marL="152400" marR="114300" marT="114300" marB="114300">
                    <a:solidFill>
                      <a:srgbClr val="DC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EfficientDet-D0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84,36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85,28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96,36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90,48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YOLO + MobileNet</a:t>
                      </a: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80,21</a:t>
                      </a: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80,34</a:t>
                      </a: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98,44</a:t>
                      </a: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88,47</a:t>
                      </a:r>
                    </a:p>
                  </a:txBody>
                  <a:tcPr marL="152400" marR="114300" marT="114300" marB="11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YOLO + EfficientNet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78,74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78,87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98,96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dirty="0">
                          <a:solidFill>
                            <a:srgbClr val="172B23"/>
                          </a:solidFill>
                          <a:latin typeface="Arial"/>
                          <a:ea typeface="Arial"/>
                          <a:cs typeface="Arial"/>
                        </a:rPr>
                        <a:t>87,78</a:t>
                      </a:r>
                    </a:p>
                  </a:txBody>
                  <a:tcPr marL="152400" marR="114300" marT="114300" marB="114300">
                    <a:solidFill>
                      <a:srgbClr val="E9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19E6FAA3-34AC-3709-48B2-3DF20E5502C1}"/>
              </a:ext>
            </a:extLst>
          </p:cNvPr>
          <p:cNvSpPr>
            <a:spLocks noGrp="1"/>
          </p:cNvSpPr>
          <p:nvPr/>
        </p:nvSpPr>
        <p:spPr>
          <a:xfrm>
            <a:off x="609600" y="4988094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00A651"/>
                </a:solidFill>
                <a:latin typeface="Arial"/>
                <a:ea typeface="Arial"/>
                <a:cs typeface="Arial"/>
              </a:rPr>
              <a:t>YOLOv8n: F1 </a:t>
            </a:r>
            <a:r>
              <a:rPr sz="2100" b="1" dirty="0" err="1">
                <a:solidFill>
                  <a:srgbClr val="00A651"/>
                </a:solidFill>
                <a:latin typeface="Arial"/>
                <a:ea typeface="Arial"/>
                <a:cs typeface="Arial"/>
              </a:rPr>
              <a:t>cao</a:t>
            </a:r>
            <a:r>
              <a:rPr sz="2100" b="1" dirty="0">
                <a:solidFill>
                  <a:srgbClr val="00A65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00A651"/>
                </a:solidFill>
                <a:latin typeface="Arial"/>
                <a:ea typeface="Arial"/>
                <a:cs typeface="Arial"/>
              </a:rPr>
              <a:t>nhất</a:t>
            </a:r>
            <a:r>
              <a:rPr sz="2100" b="1" dirty="0">
                <a:solidFill>
                  <a:srgbClr val="00A651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b="1" dirty="0" err="1">
                <a:solidFill>
                  <a:srgbClr val="00A651"/>
                </a:solidFill>
                <a:latin typeface="Arial"/>
                <a:ea typeface="Arial"/>
                <a:cs typeface="Arial"/>
              </a:rPr>
              <a:t>cân</a:t>
            </a:r>
            <a:r>
              <a:rPr sz="2100" b="1" dirty="0">
                <a:solidFill>
                  <a:srgbClr val="00A65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00A651"/>
                </a:solidFill>
                <a:latin typeface="Arial"/>
                <a:ea typeface="Arial"/>
                <a:cs typeface="Arial"/>
              </a:rPr>
              <a:t>bằng</a:t>
            </a:r>
            <a:r>
              <a:rPr sz="2100" b="1" dirty="0">
                <a:solidFill>
                  <a:srgbClr val="00A65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00A651"/>
                </a:solidFill>
                <a:latin typeface="Arial"/>
                <a:ea typeface="Arial"/>
                <a:cs typeface="Arial"/>
              </a:rPr>
              <a:t>tốt</a:t>
            </a:r>
            <a:r>
              <a:rPr sz="2100" b="1" dirty="0">
                <a:solidFill>
                  <a:srgbClr val="00A65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00A651"/>
                </a:solidFill>
                <a:latin typeface="Arial"/>
                <a:ea typeface="Arial"/>
                <a:cs typeface="Arial"/>
              </a:rPr>
              <a:t>nhất</a:t>
            </a:r>
            <a:r>
              <a:rPr sz="2100" b="1" dirty="0">
                <a:solidFill>
                  <a:srgbClr val="00A65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00A651"/>
                </a:solidFill>
                <a:latin typeface="Arial"/>
                <a:ea typeface="Arial"/>
                <a:cs typeface="Arial"/>
              </a:rPr>
              <a:t>trong</a:t>
            </a:r>
            <a:r>
              <a:rPr sz="2100" b="1" dirty="0">
                <a:solidFill>
                  <a:srgbClr val="00A65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00A651"/>
                </a:solidFill>
                <a:latin typeface="Arial"/>
                <a:ea typeface="Arial"/>
                <a:cs typeface="Arial"/>
              </a:rPr>
              <a:t>thực</a:t>
            </a:r>
            <a:r>
              <a:rPr sz="2100" b="1" dirty="0">
                <a:solidFill>
                  <a:srgbClr val="00A65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00A651"/>
                </a:solidFill>
                <a:latin typeface="Arial"/>
                <a:ea typeface="Arial"/>
                <a:cs typeface="Arial"/>
              </a:rPr>
              <a:t>nghiệm</a:t>
            </a:r>
            <a:r>
              <a:rPr sz="2100" b="1" dirty="0">
                <a:solidFill>
                  <a:srgbClr val="00A65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944884B1-C3C0-A4A2-1491-C84ED414614A}"/>
              </a:ext>
            </a:extLst>
          </p:cNvPr>
          <p:cNvSpPr>
            <a:spLocks noGrp="1"/>
          </p:cNvSpPr>
          <p:nvPr/>
        </p:nvSpPr>
        <p:spPr>
          <a:xfrm>
            <a:off x="609600" y="5531019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265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5B"/>
                </a:solidFill>
                <a:latin typeface="Arial"/>
                <a:ea typeface="Arial"/>
                <a:cs typeface="Arial"/>
              </a:rPr>
              <a:t>Đánh giá box của YOLO: mAP50 = 84,64%  •  mAP50–95 = 61,34%</a:t>
            </a:r>
          </a:p>
        </p:txBody>
      </p:sp>
    </p:spTree>
    <p:extLst>
      <p:ext uri="{BB962C8B-B14F-4D97-AF65-F5344CB8AC3E}">
        <p14:creationId xmlns:p14="http://schemas.microsoft.com/office/powerpoint/2010/main" val="3820757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F85B6-045D-A630-F1A3-BB1D9AC94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B598D75B-262B-0AE3-B2E1-D4442B1F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16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4463E68-7B36-690F-96C7-138F78492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236" y="71769"/>
            <a:ext cx="8077200" cy="609600"/>
          </a:xfrm>
        </p:spPr>
        <p:txBody>
          <a:bodyPr>
            <a:normAutofit/>
          </a:bodyPr>
          <a:lstStyle/>
          <a:p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vi-VN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Bỏ sót và cảnh báo nhầm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D089AFC7-F76F-A794-56C4-C3047124BE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4573711"/>
              </p:ext>
            </p:extLst>
          </p:nvPr>
        </p:nvGraphicFramePr>
        <p:xfrm>
          <a:off x="609599" y="1518988"/>
          <a:ext cx="10906125" cy="3952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41F21D1F-F771-3422-7C5B-ABC6F5577933}"/>
              </a:ext>
            </a:extLst>
          </p:cNvPr>
          <p:cNvSpPr>
            <a:spLocks noGrp="1"/>
          </p:cNvSpPr>
          <p:nvPr/>
        </p:nvSpPr>
        <p:spPr>
          <a:xfrm>
            <a:off x="8562975" y="1938088"/>
            <a:ext cx="3048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B45229"/>
                </a:solidFill>
                <a:latin typeface="Arial"/>
                <a:ea typeface="Arial"/>
                <a:cs typeface="Arial"/>
              </a:defRPr>
            </a:pPr>
            <a:endParaRPr sz="3600" b="1" dirty="0">
              <a:solidFill>
                <a:srgbClr val="B4522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4AF305E6-B139-7044-2AA5-D9EBD400528B}"/>
              </a:ext>
            </a:extLst>
          </p:cNvPr>
          <p:cNvSpPr>
            <a:spLocks noGrp="1"/>
          </p:cNvSpPr>
          <p:nvPr/>
        </p:nvSpPr>
        <p:spPr>
          <a:xfrm>
            <a:off x="8562975" y="2776288"/>
            <a:ext cx="29527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2B23"/>
                </a:solidFill>
                <a:latin typeface="Arial"/>
                <a:ea typeface="Arial"/>
                <a:cs typeface="Arial"/>
              </a:defRPr>
            </a:pPr>
            <a:endParaRPr sz="1875" b="0" dirty="0">
              <a:solidFill>
                <a:srgbClr val="172B2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8C533DD4-B678-4B44-F4D1-515993522517}"/>
              </a:ext>
            </a:extLst>
          </p:cNvPr>
          <p:cNvSpPr>
            <a:spLocks noGrp="1"/>
          </p:cNvSpPr>
          <p:nvPr/>
        </p:nvSpPr>
        <p:spPr>
          <a:xfrm>
            <a:off x="8562975" y="4214563"/>
            <a:ext cx="295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endParaRPr sz="2100" b="1" dirty="0">
              <a:solidFill>
                <a:srgbClr val="00A65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8094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2312</TotalTime>
  <Words>1059</Words>
  <Application>Microsoft Office PowerPoint</Application>
  <PresentationFormat>Màn hình rộng</PresentationFormat>
  <Paragraphs>126</Paragraphs>
  <Slides>17</Slides>
  <Notes>10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Times New Roman</vt:lpstr>
      <vt:lpstr>Office Theme</vt:lpstr>
      <vt:lpstr>Ứng dụng học sâu trong phát hiện bạo lực</vt:lpstr>
      <vt:lpstr>Outline</vt:lpstr>
      <vt:lpstr>Bản trình bày PowerPoint</vt:lpstr>
      <vt:lpstr>Lý do chọn đề tài</vt:lpstr>
      <vt:lpstr>Bản trình bày PowerPoint</vt:lpstr>
      <vt:lpstr>Tổng quan bộ dữ liệu</vt:lpstr>
      <vt:lpstr>Tiền xử lý &amp; tăng cường dữ liệu</vt:lpstr>
      <vt:lpstr>Bản trình bày PowerPoint</vt:lpstr>
      <vt:lpstr>EDA</vt:lpstr>
      <vt:lpstr>EDA</vt:lpstr>
      <vt:lpstr>Bản trình bày PowerPoint</vt:lpstr>
      <vt:lpstr>Bản trình bày PowerPoint</vt:lpstr>
      <vt:lpstr>Thiết lập train</vt:lpstr>
      <vt:lpstr>Bản trình bày PowerPoint</vt:lpstr>
      <vt:lpstr>So sánh mô hình</vt:lpstr>
      <vt:lpstr>Bỏ sót và cảnh báo nhầm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Gia Ba</dc:creator>
  <cp:lastModifiedBy>HIEU NGUYEN</cp:lastModifiedBy>
  <cp:revision>137</cp:revision>
  <cp:lastPrinted>2023-12-27T01:57:00Z</cp:lastPrinted>
  <dcterms:created xsi:type="dcterms:W3CDTF">2023-08-08T03:48:00Z</dcterms:created>
  <dcterms:modified xsi:type="dcterms:W3CDTF">2026-10-16T09:27:45Z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2023-08-08T11:43:03Z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036899f8-ac9f-429d-84d0-69e9dd6bdae5</vt:lpwstr>
  </property>
  <property fmtid="{D5CDD505-2E9C-101B-9397-08002B2CF9AE}" pid="7" name="MSIP_Label_defa4170-0d19-0005-0004-bc88714345d2_ActionId">
    <vt:lpwstr>ee72a353-f99c-4256-a44c-0f8ac51b33fe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3249E10EE9B044FEAC96AF5C948BAE9E_12</vt:lpwstr>
  </property>
  <property fmtid="{D5CDD505-2E9C-101B-9397-08002B2CF9AE}" pid="10" name="KSOProductBuildVer">
    <vt:lpwstr>1033-12.2.0.22549</vt:lpwstr>
  </property>
</Properties>
</file>